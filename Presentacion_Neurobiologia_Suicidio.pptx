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6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0EA8E6-2C67-43F0-8C0D-C7055321A32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07A130-E176-4861-AFFC-45AF337667F7}">
      <dgm:prSet/>
      <dgm:spPr/>
      <dgm:t>
        <a:bodyPr/>
        <a:lstStyle/>
        <a:p>
          <a:r>
            <a:rPr lang="en-US" dirty="0" err="1"/>
            <a:t>Estudios</a:t>
          </a:r>
          <a:r>
            <a:rPr lang="en-US" dirty="0"/>
            <a:t> post-mortem: </a:t>
          </a:r>
          <a:r>
            <a:rPr lang="en-US" dirty="0" err="1"/>
            <a:t>atrofia</a:t>
          </a:r>
          <a:r>
            <a:rPr lang="en-US" dirty="0"/>
            <a:t> neuronal  </a:t>
          </a:r>
          <a:r>
            <a:rPr lang="en-US" dirty="0" err="1"/>
            <a:t>en</a:t>
          </a:r>
          <a:r>
            <a:rPr lang="en-US" dirty="0"/>
            <a:t>  </a:t>
          </a:r>
          <a:r>
            <a:rPr lang="en-US" dirty="0" err="1"/>
            <a:t>Cx</a:t>
          </a:r>
          <a:r>
            <a:rPr lang="en-US" dirty="0"/>
            <a:t>.  </a:t>
          </a:r>
          <a:r>
            <a:rPr lang="en-US" dirty="0" err="1"/>
            <a:t>prefronal</a:t>
          </a:r>
          <a:r>
            <a:rPr lang="en-US" dirty="0"/>
            <a:t> dorsolateral y orbitofrontal, y ↓ </a:t>
          </a:r>
          <a:r>
            <a:rPr lang="en-US" dirty="0" err="1"/>
            <a:t>células</a:t>
          </a:r>
          <a:r>
            <a:rPr lang="en-US" dirty="0"/>
            <a:t> </a:t>
          </a:r>
          <a:r>
            <a:rPr lang="en-US" dirty="0" err="1"/>
            <a:t>gliales</a:t>
          </a:r>
          <a:r>
            <a:rPr lang="en-US" dirty="0"/>
            <a:t> (</a:t>
          </a:r>
          <a:r>
            <a:rPr lang="en-US" dirty="0" err="1"/>
            <a:t>astrocitos</a:t>
          </a:r>
          <a:r>
            <a:rPr lang="en-US" dirty="0"/>
            <a:t>, </a:t>
          </a:r>
          <a:r>
            <a:rPr lang="en-US" dirty="0" err="1"/>
            <a:t>oligodendrocitos</a:t>
          </a:r>
          <a:r>
            <a:rPr lang="en-US" dirty="0"/>
            <a:t>)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Cx</a:t>
          </a:r>
          <a:r>
            <a:rPr lang="en-US" dirty="0"/>
            <a:t>. Prefrontal.</a:t>
          </a:r>
        </a:p>
      </dgm:t>
    </dgm:pt>
    <dgm:pt modelId="{F21AA553-443A-4445-8636-21D1A4822778}" type="parTrans" cxnId="{6291E4C9-AADF-40F6-B5D9-D3F6E3106B0A}">
      <dgm:prSet/>
      <dgm:spPr/>
      <dgm:t>
        <a:bodyPr/>
        <a:lstStyle/>
        <a:p>
          <a:endParaRPr lang="en-US"/>
        </a:p>
      </dgm:t>
    </dgm:pt>
    <dgm:pt modelId="{327CEE08-E33E-412A-A570-937B22484383}" type="sibTrans" cxnId="{6291E4C9-AADF-40F6-B5D9-D3F6E3106B0A}">
      <dgm:prSet/>
      <dgm:spPr/>
      <dgm:t>
        <a:bodyPr/>
        <a:lstStyle/>
        <a:p>
          <a:endParaRPr lang="en-US"/>
        </a:p>
      </dgm:t>
    </dgm:pt>
    <dgm:pt modelId="{9F9268BA-3748-4061-89AD-4DF3CF52C1D5}">
      <dgm:prSet/>
      <dgm:spPr/>
      <dgm:t>
        <a:bodyPr/>
        <a:lstStyle/>
        <a:p>
          <a:r>
            <a:rPr lang="en-US" dirty="0" err="1"/>
            <a:t>Depresión</a:t>
          </a:r>
          <a:r>
            <a:rPr lang="en-US" dirty="0"/>
            <a:t> </a:t>
          </a:r>
          <a:r>
            <a:rPr lang="en-US" dirty="0" err="1"/>
            <a:t>suicida</a:t>
          </a:r>
          <a:r>
            <a:rPr lang="en-US" dirty="0"/>
            <a:t>: ↓ </a:t>
          </a:r>
          <a:r>
            <a:rPr lang="en-US" dirty="0" err="1"/>
            <a:t>volumen</a:t>
          </a:r>
          <a:r>
            <a:rPr lang="en-US" dirty="0"/>
            <a:t> del </a:t>
          </a:r>
          <a:r>
            <a:rPr lang="en-US" dirty="0" err="1"/>
            <a:t>giro</a:t>
          </a:r>
          <a:r>
            <a:rPr lang="en-US" dirty="0"/>
            <a:t> </a:t>
          </a:r>
          <a:r>
            <a:rPr lang="en-US" dirty="0" err="1"/>
            <a:t>dentado</a:t>
          </a:r>
          <a:r>
            <a:rPr lang="en-US" dirty="0"/>
            <a:t>, </a:t>
          </a:r>
          <a:r>
            <a:rPr lang="en-US" dirty="0" err="1"/>
            <a:t>menor</a:t>
          </a:r>
          <a:r>
            <a:rPr lang="en-US" dirty="0"/>
            <a:t> </a:t>
          </a:r>
          <a:r>
            <a:rPr lang="en-US" dirty="0" err="1"/>
            <a:t>angiogénesis</a:t>
          </a:r>
          <a:r>
            <a:rPr lang="en-US" dirty="0"/>
            <a:t> sin </a:t>
          </a:r>
          <a:r>
            <a:rPr lang="en-US" dirty="0" err="1"/>
            <a:t>tratamiento</a:t>
          </a:r>
          <a:r>
            <a:rPr lang="en-US" dirty="0"/>
            <a:t>.</a:t>
          </a:r>
        </a:p>
      </dgm:t>
    </dgm:pt>
    <dgm:pt modelId="{1111F508-F501-4856-8990-490D6A280C1D}" type="parTrans" cxnId="{C79E334A-5199-4752-A235-C83F049FCA79}">
      <dgm:prSet/>
      <dgm:spPr/>
      <dgm:t>
        <a:bodyPr/>
        <a:lstStyle/>
        <a:p>
          <a:endParaRPr lang="en-US"/>
        </a:p>
      </dgm:t>
    </dgm:pt>
    <dgm:pt modelId="{AA959D7F-CC5F-4512-8FA7-07EEDD441875}" type="sibTrans" cxnId="{C79E334A-5199-4752-A235-C83F049FCA79}">
      <dgm:prSet/>
      <dgm:spPr/>
      <dgm:t>
        <a:bodyPr/>
        <a:lstStyle/>
        <a:p>
          <a:endParaRPr lang="en-US"/>
        </a:p>
      </dgm:t>
    </dgm:pt>
    <dgm:pt modelId="{56F0A449-F3BB-4AFB-AA88-1FCADEDC42C9}">
      <dgm:prSet/>
      <dgm:spPr/>
      <dgm:t>
        <a:bodyPr/>
        <a:lstStyle/>
        <a:p>
          <a:r>
            <a:rPr lang="en-US" dirty="0" err="1"/>
            <a:t>Deficiencia</a:t>
          </a:r>
          <a:r>
            <a:rPr lang="en-US" dirty="0"/>
            <a:t> de </a:t>
          </a:r>
          <a:r>
            <a:rPr lang="en-US" dirty="0" err="1"/>
            <a:t>neuronas</a:t>
          </a:r>
          <a:r>
            <a:rPr lang="en-US" dirty="0"/>
            <a:t> </a:t>
          </a:r>
          <a:r>
            <a:rPr lang="en-US" dirty="0" err="1"/>
            <a:t>noradrenérgicas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locus coeruleus.</a:t>
          </a:r>
        </a:p>
      </dgm:t>
    </dgm:pt>
    <dgm:pt modelId="{450DCDF9-9182-4B60-9757-D6D5A75BF488}" type="parTrans" cxnId="{BB6A7B42-F526-4DCF-A346-A426675685F2}">
      <dgm:prSet/>
      <dgm:spPr/>
      <dgm:t>
        <a:bodyPr/>
        <a:lstStyle/>
        <a:p>
          <a:endParaRPr lang="en-US"/>
        </a:p>
      </dgm:t>
    </dgm:pt>
    <dgm:pt modelId="{4F7DC2C2-51DB-465F-AC5A-AE3AD31BAA1E}" type="sibTrans" cxnId="{BB6A7B42-F526-4DCF-A346-A426675685F2}">
      <dgm:prSet/>
      <dgm:spPr/>
      <dgm:t>
        <a:bodyPr/>
        <a:lstStyle/>
        <a:p>
          <a:endParaRPr lang="en-US"/>
        </a:p>
      </dgm:t>
    </dgm:pt>
    <dgm:pt modelId="{480F517B-9777-4B29-B9A0-503BBADBC8F6}" type="pres">
      <dgm:prSet presAssocID="{170EA8E6-2C67-43F0-8C0D-C7055321A32E}" presName="diagram" presStyleCnt="0">
        <dgm:presLayoutVars>
          <dgm:dir/>
          <dgm:resizeHandles val="exact"/>
        </dgm:presLayoutVars>
      </dgm:prSet>
      <dgm:spPr/>
    </dgm:pt>
    <dgm:pt modelId="{56CD9877-3877-4FF2-B5EF-19E63797F4E9}" type="pres">
      <dgm:prSet presAssocID="{2507A130-E176-4861-AFFC-45AF337667F7}" presName="node" presStyleLbl="node1" presStyleIdx="0" presStyleCnt="3" custScaleX="115897" custScaleY="93916" custLinFactNeighborX="42120" custLinFactNeighborY="5881">
        <dgm:presLayoutVars>
          <dgm:bulletEnabled val="1"/>
        </dgm:presLayoutVars>
      </dgm:prSet>
      <dgm:spPr/>
    </dgm:pt>
    <dgm:pt modelId="{3428E384-2D74-4768-86BA-7C7968A545F8}" type="pres">
      <dgm:prSet presAssocID="{327CEE08-E33E-412A-A570-937B22484383}" presName="sibTrans" presStyleCnt="0"/>
      <dgm:spPr/>
    </dgm:pt>
    <dgm:pt modelId="{4A71BA92-010F-4E37-BE97-1471CB73AA14}" type="pres">
      <dgm:prSet presAssocID="{9F9268BA-3748-4061-89AD-4DF3CF52C1D5}" presName="node" presStyleLbl="node1" presStyleIdx="1" presStyleCnt="3" custScaleX="75614" custLinFactX="-20314" custLinFactY="20014" custLinFactNeighborX="-100000" custLinFactNeighborY="100000">
        <dgm:presLayoutVars>
          <dgm:bulletEnabled val="1"/>
        </dgm:presLayoutVars>
      </dgm:prSet>
      <dgm:spPr/>
    </dgm:pt>
    <dgm:pt modelId="{F7DD69D6-40E6-4FDC-B202-F224A0D6F800}" type="pres">
      <dgm:prSet presAssocID="{AA959D7F-CC5F-4512-8FA7-07EEDD441875}" presName="sibTrans" presStyleCnt="0"/>
      <dgm:spPr/>
    </dgm:pt>
    <dgm:pt modelId="{DEC10290-3E4A-4667-B85E-66AA7A62F916}" type="pres">
      <dgm:prSet presAssocID="{56F0A449-F3BB-4AFB-AA88-1FCADEDC42C9}" presName="node" presStyleLbl="node1" presStyleIdx="2" presStyleCnt="3" custScaleX="74548" custScaleY="103340" custLinFactNeighborX="63658" custLinFactNeighborY="8">
        <dgm:presLayoutVars>
          <dgm:bulletEnabled val="1"/>
        </dgm:presLayoutVars>
      </dgm:prSet>
      <dgm:spPr/>
    </dgm:pt>
  </dgm:ptLst>
  <dgm:cxnLst>
    <dgm:cxn modelId="{B2DDDA3F-FC2D-4F1A-9FA4-06E9E854E44B}" type="presOf" srcId="{2507A130-E176-4861-AFFC-45AF337667F7}" destId="{56CD9877-3877-4FF2-B5EF-19E63797F4E9}" srcOrd="0" destOrd="0" presId="urn:microsoft.com/office/officeart/2005/8/layout/default"/>
    <dgm:cxn modelId="{BB6A7B42-F526-4DCF-A346-A426675685F2}" srcId="{170EA8E6-2C67-43F0-8C0D-C7055321A32E}" destId="{56F0A449-F3BB-4AFB-AA88-1FCADEDC42C9}" srcOrd="2" destOrd="0" parTransId="{450DCDF9-9182-4B60-9757-D6D5A75BF488}" sibTransId="{4F7DC2C2-51DB-465F-AC5A-AE3AD31BAA1E}"/>
    <dgm:cxn modelId="{7AAFEB64-F881-4826-8802-DFCE89364893}" type="presOf" srcId="{56F0A449-F3BB-4AFB-AA88-1FCADEDC42C9}" destId="{DEC10290-3E4A-4667-B85E-66AA7A62F916}" srcOrd="0" destOrd="0" presId="urn:microsoft.com/office/officeart/2005/8/layout/default"/>
    <dgm:cxn modelId="{C79E334A-5199-4752-A235-C83F049FCA79}" srcId="{170EA8E6-2C67-43F0-8C0D-C7055321A32E}" destId="{9F9268BA-3748-4061-89AD-4DF3CF52C1D5}" srcOrd="1" destOrd="0" parTransId="{1111F508-F501-4856-8990-490D6A280C1D}" sibTransId="{AA959D7F-CC5F-4512-8FA7-07EEDD441875}"/>
    <dgm:cxn modelId="{4FD66F6D-D885-40CB-A6B5-2F610038F272}" type="presOf" srcId="{9F9268BA-3748-4061-89AD-4DF3CF52C1D5}" destId="{4A71BA92-010F-4E37-BE97-1471CB73AA14}" srcOrd="0" destOrd="0" presId="urn:microsoft.com/office/officeart/2005/8/layout/default"/>
    <dgm:cxn modelId="{6291E4C9-AADF-40F6-B5D9-D3F6E3106B0A}" srcId="{170EA8E6-2C67-43F0-8C0D-C7055321A32E}" destId="{2507A130-E176-4861-AFFC-45AF337667F7}" srcOrd="0" destOrd="0" parTransId="{F21AA553-443A-4445-8636-21D1A4822778}" sibTransId="{327CEE08-E33E-412A-A570-937B22484383}"/>
    <dgm:cxn modelId="{054712DA-CC2E-4B97-AF4F-02CAE2E2491E}" type="presOf" srcId="{170EA8E6-2C67-43F0-8C0D-C7055321A32E}" destId="{480F517B-9777-4B29-B9A0-503BBADBC8F6}" srcOrd="0" destOrd="0" presId="urn:microsoft.com/office/officeart/2005/8/layout/default"/>
    <dgm:cxn modelId="{E183C4AE-E07B-4DCF-BD2E-EBEB8B3D216A}" type="presParOf" srcId="{480F517B-9777-4B29-B9A0-503BBADBC8F6}" destId="{56CD9877-3877-4FF2-B5EF-19E63797F4E9}" srcOrd="0" destOrd="0" presId="urn:microsoft.com/office/officeart/2005/8/layout/default"/>
    <dgm:cxn modelId="{2FA3BFA9-3CB8-4353-AA5F-3C103365C9A6}" type="presParOf" srcId="{480F517B-9777-4B29-B9A0-503BBADBC8F6}" destId="{3428E384-2D74-4768-86BA-7C7968A545F8}" srcOrd="1" destOrd="0" presId="urn:microsoft.com/office/officeart/2005/8/layout/default"/>
    <dgm:cxn modelId="{2CB684A5-941F-4161-B3F2-5C71E66AF604}" type="presParOf" srcId="{480F517B-9777-4B29-B9A0-503BBADBC8F6}" destId="{4A71BA92-010F-4E37-BE97-1471CB73AA14}" srcOrd="2" destOrd="0" presId="urn:microsoft.com/office/officeart/2005/8/layout/default"/>
    <dgm:cxn modelId="{14D1A3A8-8DE2-48AF-BC9D-81D1A6AA59C8}" type="presParOf" srcId="{480F517B-9777-4B29-B9A0-503BBADBC8F6}" destId="{F7DD69D6-40E6-4FDC-B202-F224A0D6F800}" srcOrd="3" destOrd="0" presId="urn:microsoft.com/office/officeart/2005/8/layout/default"/>
    <dgm:cxn modelId="{E6AB9270-BE72-4459-82EE-2DE72F3FE0C5}" type="presParOf" srcId="{480F517B-9777-4B29-B9A0-503BBADBC8F6}" destId="{DEC10290-3E4A-4667-B85E-66AA7A62F91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B3BD10-CC5E-46E9-8DC0-9ACEEACA477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44C73A-3FED-4E02-A53B-124C9A378B84}">
      <dgm:prSet custT="1"/>
      <dgm:spPr/>
      <dgm:t>
        <a:bodyPr/>
        <a:lstStyle/>
        <a:p>
          <a:r>
            <a:rPr lang="en-US" sz="1800"/>
            <a:t>MRI estructural:</a:t>
          </a:r>
        </a:p>
      </dgm:t>
    </dgm:pt>
    <dgm:pt modelId="{FB87C7F7-8F31-4AF5-A793-C1F8D4503EDD}" type="parTrans" cxnId="{AD4A22C3-7C62-4E00-BC5E-EDC0EBC502E1}">
      <dgm:prSet/>
      <dgm:spPr/>
      <dgm:t>
        <a:bodyPr/>
        <a:lstStyle/>
        <a:p>
          <a:endParaRPr lang="en-US"/>
        </a:p>
      </dgm:t>
    </dgm:pt>
    <dgm:pt modelId="{F060BF6A-67F1-4063-8597-6DC089D43E0D}" type="sibTrans" cxnId="{AD4A22C3-7C62-4E00-BC5E-EDC0EBC502E1}">
      <dgm:prSet/>
      <dgm:spPr/>
      <dgm:t>
        <a:bodyPr/>
        <a:lstStyle/>
        <a:p>
          <a:endParaRPr lang="en-US"/>
        </a:p>
      </dgm:t>
    </dgm:pt>
    <dgm:pt modelId="{495A193B-8DE0-4086-B822-7346ABAF0839}">
      <dgm:prSet custT="1"/>
      <dgm:spPr/>
      <dgm:t>
        <a:bodyPr/>
        <a:lstStyle/>
        <a:p>
          <a:r>
            <a:rPr lang="en-US" sz="1400" dirty="0"/>
            <a:t>↓ </a:t>
          </a:r>
          <a:r>
            <a:rPr lang="en-US" sz="1400" dirty="0" err="1"/>
            <a:t>Volumen</a:t>
          </a:r>
          <a:r>
            <a:rPr lang="en-US" sz="1400" dirty="0"/>
            <a:t> de </a:t>
          </a:r>
          <a:r>
            <a:rPr lang="en-US" sz="1400" dirty="0" err="1"/>
            <a:t>materia</a:t>
          </a:r>
          <a:r>
            <a:rPr lang="en-US" sz="1400" dirty="0"/>
            <a:t> gris H. derecho </a:t>
          </a:r>
          <a:r>
            <a:rPr lang="en-US" sz="1400" dirty="0" err="1"/>
            <a:t>en</a:t>
          </a:r>
          <a:r>
            <a:rPr lang="en-US" sz="1400" dirty="0"/>
            <a:t> </a:t>
          </a:r>
          <a:r>
            <a:rPr lang="en-US" sz="1400" dirty="0" err="1"/>
            <a:t>corteza</a:t>
          </a:r>
          <a:r>
            <a:rPr lang="en-US" sz="1400" dirty="0"/>
            <a:t> orbitofrontal, dorsolateral, </a:t>
          </a:r>
          <a:r>
            <a:rPr lang="en-US" sz="1400" dirty="0" err="1"/>
            <a:t>ínsula</a:t>
          </a:r>
          <a:r>
            <a:rPr lang="en-US" sz="1400" dirty="0"/>
            <a:t>, </a:t>
          </a:r>
          <a:r>
            <a:rPr lang="en-US" sz="1400" dirty="0" err="1"/>
            <a:t>giro</a:t>
          </a:r>
          <a:r>
            <a:rPr lang="en-US" sz="1400" dirty="0"/>
            <a:t> temporal superior y </a:t>
          </a:r>
          <a:r>
            <a:rPr lang="en-US" sz="1400" dirty="0" err="1"/>
            <a:t>ganglios</a:t>
          </a:r>
          <a:r>
            <a:rPr lang="en-US" sz="1400" dirty="0"/>
            <a:t> basales</a:t>
          </a:r>
          <a:r>
            <a:rPr lang="en-US" sz="1200" dirty="0"/>
            <a:t>.</a:t>
          </a:r>
        </a:p>
      </dgm:t>
    </dgm:pt>
    <dgm:pt modelId="{9E1C151C-E35D-4E4B-81BF-055F648A052E}" type="parTrans" cxnId="{41DFF24C-F311-48A4-8398-BF4065A26AE8}">
      <dgm:prSet/>
      <dgm:spPr/>
      <dgm:t>
        <a:bodyPr/>
        <a:lstStyle/>
        <a:p>
          <a:endParaRPr lang="en-US"/>
        </a:p>
      </dgm:t>
    </dgm:pt>
    <dgm:pt modelId="{48216E05-C2F4-4094-9ED5-582206ED4798}" type="sibTrans" cxnId="{41DFF24C-F311-48A4-8398-BF4065A26AE8}">
      <dgm:prSet/>
      <dgm:spPr/>
      <dgm:t>
        <a:bodyPr/>
        <a:lstStyle/>
        <a:p>
          <a:endParaRPr lang="en-US"/>
        </a:p>
      </dgm:t>
    </dgm:pt>
    <dgm:pt modelId="{7A7603A4-F720-4CAB-A40C-5792995287D8}">
      <dgm:prSet custT="1"/>
      <dgm:spPr/>
      <dgm:t>
        <a:bodyPr/>
        <a:lstStyle/>
        <a:p>
          <a:r>
            <a:rPr lang="en-US" sz="1400" dirty="0"/>
            <a:t>↑ </a:t>
          </a:r>
          <a:r>
            <a:rPr lang="en-US" sz="1400" dirty="0" err="1"/>
            <a:t>Volumen</a:t>
          </a:r>
          <a:r>
            <a:rPr lang="en-US" sz="1400" dirty="0"/>
            <a:t> </a:t>
          </a:r>
          <a:r>
            <a:rPr lang="en-US" sz="1400" dirty="0" err="1"/>
            <a:t>tálamo</a:t>
          </a:r>
          <a:r>
            <a:rPr lang="en-US" sz="1400" dirty="0"/>
            <a:t> y </a:t>
          </a:r>
          <a:r>
            <a:rPr lang="en-US" sz="1400" dirty="0" err="1"/>
            <a:t>amígdala</a:t>
          </a:r>
          <a:r>
            <a:rPr lang="en-US" sz="1400" dirty="0"/>
            <a:t> </a:t>
          </a:r>
          <a:r>
            <a:rPr lang="en-US" sz="1400" dirty="0" err="1"/>
            <a:t>derecha</a:t>
          </a:r>
          <a:r>
            <a:rPr lang="en-US" sz="1400" dirty="0"/>
            <a:t> </a:t>
          </a:r>
          <a:r>
            <a:rPr lang="en-US" sz="1400" dirty="0" err="1"/>
            <a:t>en</a:t>
          </a:r>
          <a:r>
            <a:rPr lang="en-US" sz="1400" dirty="0"/>
            <a:t> </a:t>
          </a:r>
          <a:r>
            <a:rPr lang="en-US" sz="1400" dirty="0" err="1"/>
            <a:t>intentos</a:t>
          </a:r>
          <a:r>
            <a:rPr lang="en-US" sz="1400" dirty="0"/>
            <a:t> </a:t>
          </a:r>
          <a:r>
            <a:rPr lang="en-US" sz="1400" dirty="0" err="1"/>
            <a:t>suicidas</a:t>
          </a:r>
          <a:r>
            <a:rPr lang="en-US" sz="1200" dirty="0"/>
            <a:t>.</a:t>
          </a:r>
        </a:p>
      </dgm:t>
    </dgm:pt>
    <dgm:pt modelId="{B9B5F197-E491-4AFB-87A0-5FC361C0726B}" type="parTrans" cxnId="{377000BA-C55E-4DFA-95C7-A00B079857BF}">
      <dgm:prSet/>
      <dgm:spPr/>
      <dgm:t>
        <a:bodyPr/>
        <a:lstStyle/>
        <a:p>
          <a:endParaRPr lang="en-US"/>
        </a:p>
      </dgm:t>
    </dgm:pt>
    <dgm:pt modelId="{B9257539-27BE-4F63-A3F0-FAEDCE7149ED}" type="sibTrans" cxnId="{377000BA-C55E-4DFA-95C7-A00B079857BF}">
      <dgm:prSet/>
      <dgm:spPr/>
      <dgm:t>
        <a:bodyPr/>
        <a:lstStyle/>
        <a:p>
          <a:endParaRPr lang="en-US"/>
        </a:p>
      </dgm:t>
    </dgm:pt>
    <dgm:pt modelId="{0F48B584-0CA9-45B0-B012-A1E516079D97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Alteraciones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sustancia</a:t>
          </a:r>
          <a:r>
            <a:rPr lang="en-US" dirty="0"/>
            <a:t> </a:t>
          </a:r>
          <a:r>
            <a:rPr lang="en-US" dirty="0" err="1"/>
            <a:t>blanca</a:t>
          </a:r>
          <a:r>
            <a:rPr lang="en-US" dirty="0"/>
            <a:t> (uncinate fasciculus, orbitofrontal inferior).  ↓ </a:t>
          </a:r>
          <a:r>
            <a:rPr lang="en-US" dirty="0" err="1"/>
            <a:t>anisotropía</a:t>
          </a:r>
          <a:r>
            <a:rPr lang="en-US" dirty="0"/>
            <a:t>  </a:t>
          </a:r>
          <a:r>
            <a:rPr lang="en-US" dirty="0" err="1"/>
            <a:t>Cx</a:t>
          </a:r>
          <a:r>
            <a:rPr lang="en-US" dirty="0"/>
            <a:t>. Orbitofrontal </a:t>
          </a:r>
          <a:r>
            <a:rPr lang="en-US" dirty="0" err="1"/>
            <a:t>izquierda</a:t>
          </a:r>
          <a:r>
            <a:rPr lang="en-US" dirty="0"/>
            <a:t> y capsula interna</a:t>
          </a:r>
        </a:p>
      </dgm:t>
    </dgm:pt>
    <dgm:pt modelId="{296E8C10-2D50-4CB2-9285-B170A155B79B}" type="parTrans" cxnId="{2346F220-8128-4B40-B56B-EDE822A4D684}">
      <dgm:prSet/>
      <dgm:spPr/>
      <dgm:t>
        <a:bodyPr/>
        <a:lstStyle/>
        <a:p>
          <a:endParaRPr lang="en-US"/>
        </a:p>
      </dgm:t>
    </dgm:pt>
    <dgm:pt modelId="{6949C9E0-28B5-42D2-A028-502FA3A0A8D3}" type="sibTrans" cxnId="{2346F220-8128-4B40-B56B-EDE822A4D684}">
      <dgm:prSet/>
      <dgm:spPr/>
      <dgm:t>
        <a:bodyPr/>
        <a:lstStyle/>
        <a:p>
          <a:endParaRPr lang="en-US"/>
        </a:p>
      </dgm:t>
    </dgm:pt>
    <dgm:pt modelId="{68772C7F-6AA2-4E4C-9F13-9B7AA3A106E7}">
      <dgm:prSet custT="1"/>
      <dgm:spPr/>
      <dgm:t>
        <a:bodyPr/>
        <a:lstStyle/>
        <a:p>
          <a:r>
            <a:rPr lang="en-US" sz="1600" dirty="0"/>
            <a:t>fMRI / PET:</a:t>
          </a:r>
        </a:p>
      </dgm:t>
    </dgm:pt>
    <dgm:pt modelId="{4911FDA0-DD76-47D0-AB71-9376379217A0}" type="parTrans" cxnId="{1A3B7657-1DB8-4EE7-8F6B-0A519D5E62F1}">
      <dgm:prSet/>
      <dgm:spPr/>
      <dgm:t>
        <a:bodyPr/>
        <a:lstStyle/>
        <a:p>
          <a:endParaRPr lang="en-US"/>
        </a:p>
      </dgm:t>
    </dgm:pt>
    <dgm:pt modelId="{E9CF54FB-D243-4C54-969B-7A247F7F3F40}" type="sibTrans" cxnId="{1A3B7657-1DB8-4EE7-8F6B-0A519D5E62F1}">
      <dgm:prSet/>
      <dgm:spPr/>
      <dgm:t>
        <a:bodyPr/>
        <a:lstStyle/>
        <a:p>
          <a:endParaRPr lang="en-US"/>
        </a:p>
      </dgm:t>
    </dgm:pt>
    <dgm:pt modelId="{8D0372AC-D53E-4401-AF8D-0946C1D690A9}">
      <dgm:prSet custT="1"/>
      <dgm:spPr/>
      <dgm:t>
        <a:bodyPr/>
        <a:lstStyle/>
        <a:p>
          <a:r>
            <a:rPr lang="en-US" sz="1600" dirty="0"/>
            <a:t>↓ </a:t>
          </a:r>
          <a:r>
            <a:rPr lang="en-US" sz="1600" dirty="0" err="1"/>
            <a:t>reactividad</a:t>
          </a:r>
          <a:r>
            <a:rPr lang="en-US" sz="1600" dirty="0"/>
            <a:t> </a:t>
          </a:r>
          <a:r>
            <a:rPr lang="en-US" sz="1600" dirty="0" err="1"/>
            <a:t>en</a:t>
          </a:r>
          <a:r>
            <a:rPr lang="en-US" sz="1600" dirty="0"/>
            <a:t> </a:t>
          </a:r>
          <a:r>
            <a:rPr lang="en-US" sz="1600" dirty="0" err="1"/>
            <a:t>corteza</a:t>
          </a:r>
          <a:r>
            <a:rPr lang="en-US" sz="1600" dirty="0"/>
            <a:t> prefrontal y </a:t>
          </a:r>
          <a:r>
            <a:rPr lang="en-US" sz="1600" dirty="0" err="1"/>
            <a:t>cíngulo</a:t>
          </a:r>
          <a:r>
            <a:rPr lang="en-US" sz="1600" dirty="0"/>
            <a:t> anterior.</a:t>
          </a:r>
        </a:p>
      </dgm:t>
    </dgm:pt>
    <dgm:pt modelId="{300CFC2E-AE36-4757-AED3-B350AC9024F6}" type="parTrans" cxnId="{5ADD67CF-329A-4D19-AF28-1A0C8BE1F1B4}">
      <dgm:prSet/>
      <dgm:spPr/>
      <dgm:t>
        <a:bodyPr/>
        <a:lstStyle/>
        <a:p>
          <a:endParaRPr lang="en-US"/>
        </a:p>
      </dgm:t>
    </dgm:pt>
    <dgm:pt modelId="{56182A83-5237-415B-9EE5-7A6ED6AF370D}" type="sibTrans" cxnId="{5ADD67CF-329A-4D19-AF28-1A0C8BE1F1B4}">
      <dgm:prSet/>
      <dgm:spPr/>
      <dgm:t>
        <a:bodyPr/>
        <a:lstStyle/>
        <a:p>
          <a:endParaRPr lang="en-US"/>
        </a:p>
      </dgm:t>
    </dgm:pt>
    <dgm:pt modelId="{DEBC5AB0-76A8-4C62-A44A-7B60CACE2804}">
      <dgm:prSet custT="1"/>
      <dgm:spPr/>
      <dgm:t>
        <a:bodyPr/>
        <a:lstStyle/>
        <a:p>
          <a:r>
            <a:rPr lang="en-US" sz="1300" dirty="0"/>
            <a:t> </a:t>
          </a:r>
          <a:r>
            <a:rPr lang="en-US" sz="1600" dirty="0" err="1"/>
            <a:t>Conectividad</a:t>
          </a:r>
          <a:r>
            <a:rPr lang="en-US" sz="1600" dirty="0"/>
            <a:t> </a:t>
          </a:r>
          <a:r>
            <a:rPr lang="en-US" sz="1600" dirty="0" err="1"/>
            <a:t>funcional</a:t>
          </a:r>
          <a:r>
            <a:rPr lang="en-US" sz="1600" dirty="0"/>
            <a:t> </a:t>
          </a:r>
          <a:r>
            <a:rPr lang="en-US" sz="1600" dirty="0" err="1"/>
            <a:t>disminuida</a:t>
          </a:r>
          <a:r>
            <a:rPr lang="en-US" sz="1600" dirty="0"/>
            <a:t>  entre </a:t>
          </a:r>
          <a:r>
            <a:rPr lang="en-US" sz="1600" dirty="0" err="1"/>
            <a:t>amígdala</a:t>
          </a:r>
          <a:r>
            <a:rPr lang="en-US" sz="1600" dirty="0"/>
            <a:t>, </a:t>
          </a:r>
          <a:r>
            <a:rPr lang="en-US" sz="1600" dirty="0" err="1"/>
            <a:t>cíngulo</a:t>
          </a:r>
          <a:r>
            <a:rPr lang="en-US" sz="1600" dirty="0"/>
            <a:t> y </a:t>
          </a:r>
          <a:r>
            <a:rPr lang="en-US" sz="1600" dirty="0" err="1"/>
            <a:t>Cx</a:t>
          </a:r>
          <a:r>
            <a:rPr lang="en-US" sz="1600" dirty="0"/>
            <a:t> prefrontal</a:t>
          </a:r>
          <a:r>
            <a:rPr lang="en-US" sz="1300" dirty="0"/>
            <a:t>.</a:t>
          </a:r>
        </a:p>
      </dgm:t>
    </dgm:pt>
    <dgm:pt modelId="{86A7F375-3E44-49E3-AF2E-FA9F7005FF58}" type="parTrans" cxnId="{60F15C8D-5A87-43B8-983D-379DF34FBDAB}">
      <dgm:prSet/>
      <dgm:spPr/>
      <dgm:t>
        <a:bodyPr/>
        <a:lstStyle/>
        <a:p>
          <a:endParaRPr lang="en-US"/>
        </a:p>
      </dgm:t>
    </dgm:pt>
    <dgm:pt modelId="{D0526A0F-F1F4-4170-B802-B1655A804768}" type="sibTrans" cxnId="{60F15C8D-5A87-43B8-983D-379DF34FBDAB}">
      <dgm:prSet/>
      <dgm:spPr/>
      <dgm:t>
        <a:bodyPr/>
        <a:lstStyle/>
        <a:p>
          <a:endParaRPr lang="en-US"/>
        </a:p>
      </dgm:t>
    </dgm:pt>
    <dgm:pt modelId="{1A8D462A-43B8-4A6C-8A23-F01839938C6C}" type="pres">
      <dgm:prSet presAssocID="{4AB3BD10-CC5E-46E9-8DC0-9ACEEACA4777}" presName="Name0" presStyleCnt="0">
        <dgm:presLayoutVars>
          <dgm:dir/>
          <dgm:resizeHandles val="exact"/>
        </dgm:presLayoutVars>
      </dgm:prSet>
      <dgm:spPr/>
    </dgm:pt>
    <dgm:pt modelId="{A1C083A7-70FB-4935-B92F-986C7367D65A}" type="pres">
      <dgm:prSet presAssocID="{E044C73A-3FED-4E02-A53B-124C9A378B84}" presName="node" presStyleLbl="node1" presStyleIdx="0" presStyleCnt="7">
        <dgm:presLayoutVars>
          <dgm:bulletEnabled val="1"/>
        </dgm:presLayoutVars>
      </dgm:prSet>
      <dgm:spPr/>
    </dgm:pt>
    <dgm:pt modelId="{3614D856-D80A-42D4-97BA-56D3978E7C5A}" type="pres">
      <dgm:prSet presAssocID="{F060BF6A-67F1-4063-8597-6DC089D43E0D}" presName="sibTrans" presStyleLbl="sibTrans1D1" presStyleIdx="0" presStyleCnt="6"/>
      <dgm:spPr/>
    </dgm:pt>
    <dgm:pt modelId="{97400D86-F4B3-453E-91CB-499727DF3CDE}" type="pres">
      <dgm:prSet presAssocID="{F060BF6A-67F1-4063-8597-6DC089D43E0D}" presName="connectorText" presStyleLbl="sibTrans1D1" presStyleIdx="0" presStyleCnt="6"/>
      <dgm:spPr/>
    </dgm:pt>
    <dgm:pt modelId="{61D5F971-449C-4D32-8095-D343D26E48E9}" type="pres">
      <dgm:prSet presAssocID="{495A193B-8DE0-4086-B822-7346ABAF0839}" presName="node" presStyleLbl="node1" presStyleIdx="1" presStyleCnt="7" custScaleX="159112">
        <dgm:presLayoutVars>
          <dgm:bulletEnabled val="1"/>
        </dgm:presLayoutVars>
      </dgm:prSet>
      <dgm:spPr/>
    </dgm:pt>
    <dgm:pt modelId="{FF6373A4-0757-47B6-AF2E-D2A3380D8EDC}" type="pres">
      <dgm:prSet presAssocID="{48216E05-C2F4-4094-9ED5-582206ED4798}" presName="sibTrans" presStyleLbl="sibTrans1D1" presStyleIdx="1" presStyleCnt="6"/>
      <dgm:spPr/>
    </dgm:pt>
    <dgm:pt modelId="{306295C6-A332-4633-A85F-65E6C860DB63}" type="pres">
      <dgm:prSet presAssocID="{48216E05-C2F4-4094-9ED5-582206ED4798}" presName="connectorText" presStyleLbl="sibTrans1D1" presStyleIdx="1" presStyleCnt="6"/>
      <dgm:spPr/>
    </dgm:pt>
    <dgm:pt modelId="{F17997A0-5D53-414A-8164-F3286D40DCFA}" type="pres">
      <dgm:prSet presAssocID="{7A7603A4-F720-4CAB-A40C-5792995287D8}" presName="node" presStyleLbl="node1" presStyleIdx="2" presStyleCnt="7">
        <dgm:presLayoutVars>
          <dgm:bulletEnabled val="1"/>
        </dgm:presLayoutVars>
      </dgm:prSet>
      <dgm:spPr/>
    </dgm:pt>
    <dgm:pt modelId="{5F1E3942-8C08-48D8-84AD-5703509FEC2F}" type="pres">
      <dgm:prSet presAssocID="{B9257539-27BE-4F63-A3F0-FAEDCE7149ED}" presName="sibTrans" presStyleLbl="sibTrans1D1" presStyleIdx="2" presStyleCnt="6"/>
      <dgm:spPr/>
    </dgm:pt>
    <dgm:pt modelId="{07E11BF5-07F7-4FD5-AB40-7210DEE73A55}" type="pres">
      <dgm:prSet presAssocID="{B9257539-27BE-4F63-A3F0-FAEDCE7149ED}" presName="connectorText" presStyleLbl="sibTrans1D1" presStyleIdx="2" presStyleCnt="6"/>
      <dgm:spPr/>
    </dgm:pt>
    <dgm:pt modelId="{B522E75D-91B4-4C6A-AF41-163DAFD6F3A7}" type="pres">
      <dgm:prSet presAssocID="{0F48B584-0CA9-45B0-B012-A1E516079D97}" presName="node" presStyleLbl="node1" presStyleIdx="3" presStyleCnt="7" custScaleX="165515">
        <dgm:presLayoutVars>
          <dgm:bulletEnabled val="1"/>
        </dgm:presLayoutVars>
      </dgm:prSet>
      <dgm:spPr/>
    </dgm:pt>
    <dgm:pt modelId="{D01062F6-C6E7-4DCF-BF45-BE444DE74F90}" type="pres">
      <dgm:prSet presAssocID="{6949C9E0-28B5-42D2-A028-502FA3A0A8D3}" presName="sibTrans" presStyleLbl="sibTrans1D1" presStyleIdx="3" presStyleCnt="6"/>
      <dgm:spPr/>
    </dgm:pt>
    <dgm:pt modelId="{2BA58C28-6D9E-4B65-BE9F-3F6063B80428}" type="pres">
      <dgm:prSet presAssocID="{6949C9E0-28B5-42D2-A028-502FA3A0A8D3}" presName="connectorText" presStyleLbl="sibTrans1D1" presStyleIdx="3" presStyleCnt="6"/>
      <dgm:spPr/>
    </dgm:pt>
    <dgm:pt modelId="{C34216E7-3D90-46CB-8AF3-B94C0C9150D5}" type="pres">
      <dgm:prSet presAssocID="{68772C7F-6AA2-4E4C-9F13-9B7AA3A106E7}" presName="node" presStyleLbl="node1" presStyleIdx="4" presStyleCnt="7">
        <dgm:presLayoutVars>
          <dgm:bulletEnabled val="1"/>
        </dgm:presLayoutVars>
      </dgm:prSet>
      <dgm:spPr/>
    </dgm:pt>
    <dgm:pt modelId="{2A362747-FE37-4A86-8E5D-83BF09040FD7}" type="pres">
      <dgm:prSet presAssocID="{E9CF54FB-D243-4C54-969B-7A247F7F3F40}" presName="sibTrans" presStyleLbl="sibTrans1D1" presStyleIdx="4" presStyleCnt="6"/>
      <dgm:spPr/>
    </dgm:pt>
    <dgm:pt modelId="{07AADCF3-1893-4E5F-A5D0-E8D45831CA33}" type="pres">
      <dgm:prSet presAssocID="{E9CF54FB-D243-4C54-969B-7A247F7F3F40}" presName="connectorText" presStyleLbl="sibTrans1D1" presStyleIdx="4" presStyleCnt="6"/>
      <dgm:spPr/>
    </dgm:pt>
    <dgm:pt modelId="{7638AB27-AC1E-44FD-A9BB-A900FDC01F85}" type="pres">
      <dgm:prSet presAssocID="{8D0372AC-D53E-4401-AF8D-0946C1D690A9}" presName="node" presStyleLbl="node1" presStyleIdx="5" presStyleCnt="7">
        <dgm:presLayoutVars>
          <dgm:bulletEnabled val="1"/>
        </dgm:presLayoutVars>
      </dgm:prSet>
      <dgm:spPr/>
    </dgm:pt>
    <dgm:pt modelId="{359DC818-8F5B-4883-AB68-DD88396C123F}" type="pres">
      <dgm:prSet presAssocID="{56182A83-5237-415B-9EE5-7A6ED6AF370D}" presName="sibTrans" presStyleLbl="sibTrans1D1" presStyleIdx="5" presStyleCnt="6"/>
      <dgm:spPr/>
    </dgm:pt>
    <dgm:pt modelId="{F3428395-B75B-4C98-9AE2-9B4B9FB50E80}" type="pres">
      <dgm:prSet presAssocID="{56182A83-5237-415B-9EE5-7A6ED6AF370D}" presName="connectorText" presStyleLbl="sibTrans1D1" presStyleIdx="5" presStyleCnt="6"/>
      <dgm:spPr/>
    </dgm:pt>
    <dgm:pt modelId="{FD56C565-7EDC-4669-9968-751A9B0CAF5C}" type="pres">
      <dgm:prSet presAssocID="{DEBC5AB0-76A8-4C62-A44A-7B60CACE2804}" presName="node" presStyleLbl="node1" presStyleIdx="6" presStyleCnt="7" custScaleX="143667">
        <dgm:presLayoutVars>
          <dgm:bulletEnabled val="1"/>
        </dgm:presLayoutVars>
      </dgm:prSet>
      <dgm:spPr/>
    </dgm:pt>
  </dgm:ptLst>
  <dgm:cxnLst>
    <dgm:cxn modelId="{546D760D-4E0F-457F-9591-6000A28284DE}" type="presOf" srcId="{8D0372AC-D53E-4401-AF8D-0946C1D690A9}" destId="{7638AB27-AC1E-44FD-A9BB-A900FDC01F85}" srcOrd="0" destOrd="0" presId="urn:microsoft.com/office/officeart/2016/7/layout/RepeatingBendingProcessNew"/>
    <dgm:cxn modelId="{DA667415-D37D-420A-88E1-74AD31BCBCE6}" type="presOf" srcId="{E044C73A-3FED-4E02-A53B-124C9A378B84}" destId="{A1C083A7-70FB-4935-B92F-986C7367D65A}" srcOrd="0" destOrd="0" presId="urn:microsoft.com/office/officeart/2016/7/layout/RepeatingBendingProcessNew"/>
    <dgm:cxn modelId="{2346F220-8128-4B40-B56B-EDE822A4D684}" srcId="{4AB3BD10-CC5E-46E9-8DC0-9ACEEACA4777}" destId="{0F48B584-0CA9-45B0-B012-A1E516079D97}" srcOrd="3" destOrd="0" parTransId="{296E8C10-2D50-4CB2-9285-B170A155B79B}" sibTransId="{6949C9E0-28B5-42D2-A028-502FA3A0A8D3}"/>
    <dgm:cxn modelId="{0610EA30-21C6-4AC3-8F31-0D0B878D0DE8}" type="presOf" srcId="{7A7603A4-F720-4CAB-A40C-5792995287D8}" destId="{F17997A0-5D53-414A-8164-F3286D40DCFA}" srcOrd="0" destOrd="0" presId="urn:microsoft.com/office/officeart/2016/7/layout/RepeatingBendingProcessNew"/>
    <dgm:cxn modelId="{3078E334-CA13-471D-B3D5-A8FAECA45A5E}" type="presOf" srcId="{68772C7F-6AA2-4E4C-9F13-9B7AA3A106E7}" destId="{C34216E7-3D90-46CB-8AF3-B94C0C9150D5}" srcOrd="0" destOrd="0" presId="urn:microsoft.com/office/officeart/2016/7/layout/RepeatingBendingProcessNew"/>
    <dgm:cxn modelId="{261A315C-1EF3-4495-BC3D-4008D656DBB1}" type="presOf" srcId="{48216E05-C2F4-4094-9ED5-582206ED4798}" destId="{FF6373A4-0757-47B6-AF2E-D2A3380D8EDC}" srcOrd="0" destOrd="0" presId="urn:microsoft.com/office/officeart/2016/7/layout/RepeatingBendingProcessNew"/>
    <dgm:cxn modelId="{948CD245-9059-4FFF-BD2A-BD98F2C7CC49}" type="presOf" srcId="{4AB3BD10-CC5E-46E9-8DC0-9ACEEACA4777}" destId="{1A8D462A-43B8-4A6C-8A23-F01839938C6C}" srcOrd="0" destOrd="0" presId="urn:microsoft.com/office/officeart/2016/7/layout/RepeatingBendingProcessNew"/>
    <dgm:cxn modelId="{BF5F2047-37EE-494E-A4ED-43F9CBA585BF}" type="presOf" srcId="{E9CF54FB-D243-4C54-969B-7A247F7F3F40}" destId="{2A362747-FE37-4A86-8E5D-83BF09040FD7}" srcOrd="0" destOrd="0" presId="urn:microsoft.com/office/officeart/2016/7/layout/RepeatingBendingProcessNew"/>
    <dgm:cxn modelId="{5CFD5148-7F6D-4D93-90B4-86178365A678}" type="presOf" srcId="{56182A83-5237-415B-9EE5-7A6ED6AF370D}" destId="{359DC818-8F5B-4883-AB68-DD88396C123F}" srcOrd="0" destOrd="0" presId="urn:microsoft.com/office/officeart/2016/7/layout/RepeatingBendingProcessNew"/>
    <dgm:cxn modelId="{8B1FE849-E331-4826-8E6C-3F80922F88F4}" type="presOf" srcId="{6949C9E0-28B5-42D2-A028-502FA3A0A8D3}" destId="{2BA58C28-6D9E-4B65-BE9F-3F6063B80428}" srcOrd="1" destOrd="0" presId="urn:microsoft.com/office/officeart/2016/7/layout/RepeatingBendingProcessNew"/>
    <dgm:cxn modelId="{8E68996B-062D-46A6-87EC-63A9D37D5477}" type="presOf" srcId="{48216E05-C2F4-4094-9ED5-582206ED4798}" destId="{306295C6-A332-4633-A85F-65E6C860DB63}" srcOrd="1" destOrd="0" presId="urn:microsoft.com/office/officeart/2016/7/layout/RepeatingBendingProcessNew"/>
    <dgm:cxn modelId="{41DFF24C-F311-48A4-8398-BF4065A26AE8}" srcId="{4AB3BD10-CC5E-46E9-8DC0-9ACEEACA4777}" destId="{495A193B-8DE0-4086-B822-7346ABAF0839}" srcOrd="1" destOrd="0" parTransId="{9E1C151C-E35D-4E4B-81BF-055F648A052E}" sibTransId="{48216E05-C2F4-4094-9ED5-582206ED4798}"/>
    <dgm:cxn modelId="{1A3B7657-1DB8-4EE7-8F6B-0A519D5E62F1}" srcId="{4AB3BD10-CC5E-46E9-8DC0-9ACEEACA4777}" destId="{68772C7F-6AA2-4E4C-9F13-9B7AA3A106E7}" srcOrd="4" destOrd="0" parTransId="{4911FDA0-DD76-47D0-AB71-9376379217A0}" sibTransId="{E9CF54FB-D243-4C54-969B-7A247F7F3F40}"/>
    <dgm:cxn modelId="{C31D9D89-E1A9-4E45-91FF-743E697D2BDF}" type="presOf" srcId="{B9257539-27BE-4F63-A3F0-FAEDCE7149ED}" destId="{07E11BF5-07F7-4FD5-AB40-7210DEE73A55}" srcOrd="1" destOrd="0" presId="urn:microsoft.com/office/officeart/2016/7/layout/RepeatingBendingProcessNew"/>
    <dgm:cxn modelId="{60F15C8D-5A87-43B8-983D-379DF34FBDAB}" srcId="{4AB3BD10-CC5E-46E9-8DC0-9ACEEACA4777}" destId="{DEBC5AB0-76A8-4C62-A44A-7B60CACE2804}" srcOrd="6" destOrd="0" parTransId="{86A7F375-3E44-49E3-AF2E-FA9F7005FF58}" sibTransId="{D0526A0F-F1F4-4170-B802-B1655A804768}"/>
    <dgm:cxn modelId="{00B2409A-15B2-44D7-9D96-0AD28A08754B}" type="presOf" srcId="{56182A83-5237-415B-9EE5-7A6ED6AF370D}" destId="{F3428395-B75B-4C98-9AE2-9B4B9FB50E80}" srcOrd="1" destOrd="0" presId="urn:microsoft.com/office/officeart/2016/7/layout/RepeatingBendingProcessNew"/>
    <dgm:cxn modelId="{E8B562A0-B7F6-46E1-B78E-A0DFC6E9622B}" type="presOf" srcId="{B9257539-27BE-4F63-A3F0-FAEDCE7149ED}" destId="{5F1E3942-8C08-48D8-84AD-5703509FEC2F}" srcOrd="0" destOrd="0" presId="urn:microsoft.com/office/officeart/2016/7/layout/RepeatingBendingProcessNew"/>
    <dgm:cxn modelId="{764A97B8-4C15-4FBB-8CE1-4EBAB4E8C4E0}" type="presOf" srcId="{495A193B-8DE0-4086-B822-7346ABAF0839}" destId="{61D5F971-449C-4D32-8095-D343D26E48E9}" srcOrd="0" destOrd="0" presId="urn:microsoft.com/office/officeart/2016/7/layout/RepeatingBendingProcessNew"/>
    <dgm:cxn modelId="{377000BA-C55E-4DFA-95C7-A00B079857BF}" srcId="{4AB3BD10-CC5E-46E9-8DC0-9ACEEACA4777}" destId="{7A7603A4-F720-4CAB-A40C-5792995287D8}" srcOrd="2" destOrd="0" parTransId="{B9B5F197-E491-4AFB-87A0-5FC361C0726B}" sibTransId="{B9257539-27BE-4F63-A3F0-FAEDCE7149ED}"/>
    <dgm:cxn modelId="{AD4A22C3-7C62-4E00-BC5E-EDC0EBC502E1}" srcId="{4AB3BD10-CC5E-46E9-8DC0-9ACEEACA4777}" destId="{E044C73A-3FED-4E02-A53B-124C9A378B84}" srcOrd="0" destOrd="0" parTransId="{FB87C7F7-8F31-4AF5-A793-C1F8D4503EDD}" sibTransId="{F060BF6A-67F1-4063-8597-6DC089D43E0D}"/>
    <dgm:cxn modelId="{1DF16DC8-D789-4607-85B9-2539B002573D}" type="presOf" srcId="{F060BF6A-67F1-4063-8597-6DC089D43E0D}" destId="{3614D856-D80A-42D4-97BA-56D3978E7C5A}" srcOrd="0" destOrd="0" presId="urn:microsoft.com/office/officeart/2016/7/layout/RepeatingBendingProcessNew"/>
    <dgm:cxn modelId="{5ADD67CF-329A-4D19-AF28-1A0C8BE1F1B4}" srcId="{4AB3BD10-CC5E-46E9-8DC0-9ACEEACA4777}" destId="{8D0372AC-D53E-4401-AF8D-0946C1D690A9}" srcOrd="5" destOrd="0" parTransId="{300CFC2E-AE36-4757-AED3-B350AC9024F6}" sibTransId="{56182A83-5237-415B-9EE5-7A6ED6AF370D}"/>
    <dgm:cxn modelId="{DD3A06D7-ED30-4CF8-A6F0-FC5A6B7FC67B}" type="presOf" srcId="{E9CF54FB-D243-4C54-969B-7A247F7F3F40}" destId="{07AADCF3-1893-4E5F-A5D0-E8D45831CA33}" srcOrd="1" destOrd="0" presId="urn:microsoft.com/office/officeart/2016/7/layout/RepeatingBendingProcessNew"/>
    <dgm:cxn modelId="{D2379EE0-D05B-40B5-9D16-714A739CE5C7}" type="presOf" srcId="{0F48B584-0CA9-45B0-B012-A1E516079D97}" destId="{B522E75D-91B4-4C6A-AF41-163DAFD6F3A7}" srcOrd="0" destOrd="0" presId="urn:microsoft.com/office/officeart/2016/7/layout/RepeatingBendingProcessNew"/>
    <dgm:cxn modelId="{B721CBE6-9887-49E6-B27D-79E52CF36012}" type="presOf" srcId="{F060BF6A-67F1-4063-8597-6DC089D43E0D}" destId="{97400D86-F4B3-453E-91CB-499727DF3CDE}" srcOrd="1" destOrd="0" presId="urn:microsoft.com/office/officeart/2016/7/layout/RepeatingBendingProcessNew"/>
    <dgm:cxn modelId="{1E160CE8-8766-4DAB-A4B2-5C86FA912FFD}" type="presOf" srcId="{6949C9E0-28B5-42D2-A028-502FA3A0A8D3}" destId="{D01062F6-C6E7-4DCF-BF45-BE444DE74F90}" srcOrd="0" destOrd="0" presId="urn:microsoft.com/office/officeart/2016/7/layout/RepeatingBendingProcessNew"/>
    <dgm:cxn modelId="{89E0F7FE-DCA0-4E03-A24F-568E764FD5F1}" type="presOf" srcId="{DEBC5AB0-76A8-4C62-A44A-7B60CACE2804}" destId="{FD56C565-7EDC-4669-9968-751A9B0CAF5C}" srcOrd="0" destOrd="0" presId="urn:microsoft.com/office/officeart/2016/7/layout/RepeatingBendingProcessNew"/>
    <dgm:cxn modelId="{FBB97726-A94F-4719-94A8-43C7DDE66A61}" type="presParOf" srcId="{1A8D462A-43B8-4A6C-8A23-F01839938C6C}" destId="{A1C083A7-70FB-4935-B92F-986C7367D65A}" srcOrd="0" destOrd="0" presId="urn:microsoft.com/office/officeart/2016/7/layout/RepeatingBendingProcessNew"/>
    <dgm:cxn modelId="{DBD34667-38FA-47C0-8AD3-750A93AF3AFC}" type="presParOf" srcId="{1A8D462A-43B8-4A6C-8A23-F01839938C6C}" destId="{3614D856-D80A-42D4-97BA-56D3978E7C5A}" srcOrd="1" destOrd="0" presId="urn:microsoft.com/office/officeart/2016/7/layout/RepeatingBendingProcessNew"/>
    <dgm:cxn modelId="{DDEE4B6F-4989-4D0E-8218-C9CC9B7E3873}" type="presParOf" srcId="{3614D856-D80A-42D4-97BA-56D3978E7C5A}" destId="{97400D86-F4B3-453E-91CB-499727DF3CDE}" srcOrd="0" destOrd="0" presId="urn:microsoft.com/office/officeart/2016/7/layout/RepeatingBendingProcessNew"/>
    <dgm:cxn modelId="{53F90EB5-D387-4AFC-B7E3-0D7B61781A0A}" type="presParOf" srcId="{1A8D462A-43B8-4A6C-8A23-F01839938C6C}" destId="{61D5F971-449C-4D32-8095-D343D26E48E9}" srcOrd="2" destOrd="0" presId="urn:microsoft.com/office/officeart/2016/7/layout/RepeatingBendingProcessNew"/>
    <dgm:cxn modelId="{024A0BA9-9B19-4ED1-B16F-48EE662C63C5}" type="presParOf" srcId="{1A8D462A-43B8-4A6C-8A23-F01839938C6C}" destId="{FF6373A4-0757-47B6-AF2E-D2A3380D8EDC}" srcOrd="3" destOrd="0" presId="urn:microsoft.com/office/officeart/2016/7/layout/RepeatingBendingProcessNew"/>
    <dgm:cxn modelId="{B2AF5D6E-2A72-40D7-825F-02C3EADDF549}" type="presParOf" srcId="{FF6373A4-0757-47B6-AF2E-D2A3380D8EDC}" destId="{306295C6-A332-4633-A85F-65E6C860DB63}" srcOrd="0" destOrd="0" presId="urn:microsoft.com/office/officeart/2016/7/layout/RepeatingBendingProcessNew"/>
    <dgm:cxn modelId="{DE63BACE-918F-4445-9358-DD8E760A5C69}" type="presParOf" srcId="{1A8D462A-43B8-4A6C-8A23-F01839938C6C}" destId="{F17997A0-5D53-414A-8164-F3286D40DCFA}" srcOrd="4" destOrd="0" presId="urn:microsoft.com/office/officeart/2016/7/layout/RepeatingBendingProcessNew"/>
    <dgm:cxn modelId="{1878CBAC-711A-48ED-948D-7398FA9C38E8}" type="presParOf" srcId="{1A8D462A-43B8-4A6C-8A23-F01839938C6C}" destId="{5F1E3942-8C08-48D8-84AD-5703509FEC2F}" srcOrd="5" destOrd="0" presId="urn:microsoft.com/office/officeart/2016/7/layout/RepeatingBendingProcessNew"/>
    <dgm:cxn modelId="{DD578DC4-87BD-4890-AC0A-363B9654E5F2}" type="presParOf" srcId="{5F1E3942-8C08-48D8-84AD-5703509FEC2F}" destId="{07E11BF5-07F7-4FD5-AB40-7210DEE73A55}" srcOrd="0" destOrd="0" presId="urn:microsoft.com/office/officeart/2016/7/layout/RepeatingBendingProcessNew"/>
    <dgm:cxn modelId="{3FF7C3CC-7B0D-4747-89AC-7D38E38C3103}" type="presParOf" srcId="{1A8D462A-43B8-4A6C-8A23-F01839938C6C}" destId="{B522E75D-91B4-4C6A-AF41-163DAFD6F3A7}" srcOrd="6" destOrd="0" presId="urn:microsoft.com/office/officeart/2016/7/layout/RepeatingBendingProcessNew"/>
    <dgm:cxn modelId="{EA5BC42C-405E-49E7-A7EB-F2D142DE0BEB}" type="presParOf" srcId="{1A8D462A-43B8-4A6C-8A23-F01839938C6C}" destId="{D01062F6-C6E7-4DCF-BF45-BE444DE74F90}" srcOrd="7" destOrd="0" presId="urn:microsoft.com/office/officeart/2016/7/layout/RepeatingBendingProcessNew"/>
    <dgm:cxn modelId="{93AE42BF-4B41-4766-B3A5-F8FD4F4DE3F9}" type="presParOf" srcId="{D01062F6-C6E7-4DCF-BF45-BE444DE74F90}" destId="{2BA58C28-6D9E-4B65-BE9F-3F6063B80428}" srcOrd="0" destOrd="0" presId="urn:microsoft.com/office/officeart/2016/7/layout/RepeatingBendingProcessNew"/>
    <dgm:cxn modelId="{0058B8B6-F1CF-424B-8739-41D5AD0285BB}" type="presParOf" srcId="{1A8D462A-43B8-4A6C-8A23-F01839938C6C}" destId="{C34216E7-3D90-46CB-8AF3-B94C0C9150D5}" srcOrd="8" destOrd="0" presId="urn:microsoft.com/office/officeart/2016/7/layout/RepeatingBendingProcessNew"/>
    <dgm:cxn modelId="{DD00B4F8-494E-4C75-A192-0CA0A1B9AD53}" type="presParOf" srcId="{1A8D462A-43B8-4A6C-8A23-F01839938C6C}" destId="{2A362747-FE37-4A86-8E5D-83BF09040FD7}" srcOrd="9" destOrd="0" presId="urn:microsoft.com/office/officeart/2016/7/layout/RepeatingBendingProcessNew"/>
    <dgm:cxn modelId="{95862BFB-BFAD-45E1-B540-E809665052E0}" type="presParOf" srcId="{2A362747-FE37-4A86-8E5D-83BF09040FD7}" destId="{07AADCF3-1893-4E5F-A5D0-E8D45831CA33}" srcOrd="0" destOrd="0" presId="urn:microsoft.com/office/officeart/2016/7/layout/RepeatingBendingProcessNew"/>
    <dgm:cxn modelId="{3B27C584-783C-4D52-A370-237C526C9F53}" type="presParOf" srcId="{1A8D462A-43B8-4A6C-8A23-F01839938C6C}" destId="{7638AB27-AC1E-44FD-A9BB-A900FDC01F85}" srcOrd="10" destOrd="0" presId="urn:microsoft.com/office/officeart/2016/7/layout/RepeatingBendingProcessNew"/>
    <dgm:cxn modelId="{D6D9FDDD-B2B1-48AE-81D7-A449AAEBF61E}" type="presParOf" srcId="{1A8D462A-43B8-4A6C-8A23-F01839938C6C}" destId="{359DC818-8F5B-4883-AB68-DD88396C123F}" srcOrd="11" destOrd="0" presId="urn:microsoft.com/office/officeart/2016/7/layout/RepeatingBendingProcessNew"/>
    <dgm:cxn modelId="{24445C12-D891-47FB-867E-78F47D854732}" type="presParOf" srcId="{359DC818-8F5B-4883-AB68-DD88396C123F}" destId="{F3428395-B75B-4C98-9AE2-9B4B9FB50E80}" srcOrd="0" destOrd="0" presId="urn:microsoft.com/office/officeart/2016/7/layout/RepeatingBendingProcessNew"/>
    <dgm:cxn modelId="{714930B9-7419-4908-8A8C-F302DFFC3F0C}" type="presParOf" srcId="{1A8D462A-43B8-4A6C-8A23-F01839938C6C}" destId="{FD56C565-7EDC-4669-9968-751A9B0CAF5C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816770-7D01-4E1E-B069-3D13A77AB50A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0842D70-90F5-49B0-BF5E-F3BF1FADD0EF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Serotonina</a:t>
          </a:r>
          <a:r>
            <a:rPr lang="en-US" dirty="0">
              <a:solidFill>
                <a:schemeClr val="tx1"/>
              </a:solidFill>
            </a:rPr>
            <a:t>: ↓ </a:t>
          </a:r>
          <a:r>
            <a:rPr lang="en-US" dirty="0" err="1">
              <a:solidFill>
                <a:schemeClr val="tx1"/>
              </a:solidFill>
            </a:rPr>
            <a:t>liberación</a:t>
          </a:r>
          <a:r>
            <a:rPr lang="en-US" dirty="0">
              <a:solidFill>
                <a:schemeClr val="tx1"/>
              </a:solidFill>
            </a:rPr>
            <a:t>, ↑ </a:t>
          </a:r>
          <a:r>
            <a:rPr lang="en-US" dirty="0" err="1">
              <a:solidFill>
                <a:schemeClr val="tx1"/>
              </a:solidFill>
            </a:rPr>
            <a:t>autoreceptores</a:t>
          </a:r>
          <a:r>
            <a:rPr lang="en-US" dirty="0">
              <a:solidFill>
                <a:schemeClr val="tx1"/>
              </a:solidFill>
            </a:rPr>
            <a:t> 5-HT1A  ↓ </a:t>
          </a:r>
          <a:r>
            <a:rPr lang="en-US" dirty="0" err="1">
              <a:solidFill>
                <a:schemeClr val="tx1"/>
              </a:solidFill>
            </a:rPr>
            <a:t>señalización</a:t>
          </a:r>
          <a:r>
            <a:rPr lang="en-US" dirty="0"/>
            <a:t>.</a:t>
          </a:r>
        </a:p>
      </dgm:t>
    </dgm:pt>
    <dgm:pt modelId="{7D98F06F-ADE1-43F0-820C-C11E60E3EAD2}" type="parTrans" cxnId="{943CB523-2464-493A-AE8D-57BCABD7206B}">
      <dgm:prSet/>
      <dgm:spPr/>
      <dgm:t>
        <a:bodyPr/>
        <a:lstStyle/>
        <a:p>
          <a:endParaRPr lang="en-US"/>
        </a:p>
      </dgm:t>
    </dgm:pt>
    <dgm:pt modelId="{B14DA8D1-E384-4B1C-83DF-65E123F8843A}" type="sibTrans" cxnId="{943CB523-2464-493A-AE8D-57BCABD7206B}">
      <dgm:prSet/>
      <dgm:spPr/>
      <dgm:t>
        <a:bodyPr/>
        <a:lstStyle/>
        <a:p>
          <a:endParaRPr lang="en-US"/>
        </a:p>
      </dgm:t>
    </dgm:pt>
    <dgm:pt modelId="{64C8F3D2-F35F-4CC0-B9BC-BF17F10E6259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Noradrenalina</a:t>
          </a:r>
          <a:r>
            <a:rPr lang="en-US" dirty="0">
              <a:solidFill>
                <a:schemeClr val="tx1"/>
              </a:solidFill>
            </a:rPr>
            <a:t>: </a:t>
          </a:r>
          <a:r>
            <a:rPr lang="en-US" dirty="0" err="1">
              <a:solidFill>
                <a:schemeClr val="tx1"/>
              </a:solidFill>
            </a:rPr>
            <a:t>déficit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neuronas</a:t>
          </a:r>
          <a:r>
            <a:rPr lang="en-US" dirty="0">
              <a:solidFill>
                <a:schemeClr val="tx1"/>
              </a:solidFill>
            </a:rPr>
            <a:t>, ↓ MHPG (</a:t>
          </a:r>
          <a:r>
            <a:rPr lang="en-US" dirty="0" err="1">
              <a:solidFill>
                <a:schemeClr val="tx1"/>
              </a:solidFill>
            </a:rPr>
            <a:t>metabolito</a:t>
          </a:r>
          <a:r>
            <a:rPr lang="en-US" dirty="0">
              <a:solidFill>
                <a:schemeClr val="tx1"/>
              </a:solidFill>
            </a:rPr>
            <a:t> NA).</a:t>
          </a:r>
        </a:p>
      </dgm:t>
    </dgm:pt>
    <dgm:pt modelId="{892D031C-D6EB-4126-A02C-67671D7CF7D8}" type="parTrans" cxnId="{99B87935-0032-4A3C-BCAE-787D2A8D192C}">
      <dgm:prSet/>
      <dgm:spPr/>
      <dgm:t>
        <a:bodyPr/>
        <a:lstStyle/>
        <a:p>
          <a:endParaRPr lang="en-US"/>
        </a:p>
      </dgm:t>
    </dgm:pt>
    <dgm:pt modelId="{D3A9E41E-4D0D-46C8-A415-C1A02C6A67FC}" type="sibTrans" cxnId="{99B87935-0032-4A3C-BCAE-787D2A8D192C}">
      <dgm:prSet/>
      <dgm:spPr/>
      <dgm:t>
        <a:bodyPr/>
        <a:lstStyle/>
        <a:p>
          <a:endParaRPr lang="en-US"/>
        </a:p>
      </dgm:t>
    </dgm:pt>
    <dgm:pt modelId="{E3BBF64D-BBC3-437F-8CDE-4C821F71426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Eje HPA: </a:t>
          </a:r>
          <a:r>
            <a:rPr lang="en-US" dirty="0" err="1">
              <a:solidFill>
                <a:schemeClr val="tx1"/>
              </a:solidFill>
            </a:rPr>
            <a:t>hiperrespuesta</a:t>
          </a:r>
          <a:r>
            <a:rPr lang="en-US" dirty="0">
              <a:solidFill>
                <a:schemeClr val="tx1"/>
              </a:solidFill>
            </a:rPr>
            <a:t> al </a:t>
          </a:r>
          <a:r>
            <a:rPr lang="en-US" dirty="0" err="1">
              <a:solidFill>
                <a:schemeClr val="tx1"/>
              </a:solidFill>
            </a:rPr>
            <a:t>estrés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exceso</a:t>
          </a:r>
          <a:r>
            <a:rPr lang="en-US" dirty="0">
              <a:solidFill>
                <a:schemeClr val="tx1"/>
              </a:solidFill>
            </a:rPr>
            <a:t> de cortisol, ↓ </a:t>
          </a:r>
          <a:r>
            <a:rPr lang="en-US" dirty="0" err="1">
              <a:solidFill>
                <a:schemeClr val="tx1"/>
              </a:solidFill>
            </a:rPr>
            <a:t>receptores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glucocorticoides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54890BE6-116A-4779-B50F-AC5800BEF523}" type="parTrans" cxnId="{53B15DBD-9E0A-4DF7-9D4E-1799840A36A1}">
      <dgm:prSet/>
      <dgm:spPr/>
      <dgm:t>
        <a:bodyPr/>
        <a:lstStyle/>
        <a:p>
          <a:endParaRPr lang="en-US"/>
        </a:p>
      </dgm:t>
    </dgm:pt>
    <dgm:pt modelId="{B71B8BD1-BBF2-4326-8B81-FE042A237359}" type="sibTrans" cxnId="{53B15DBD-9E0A-4DF7-9D4E-1799840A36A1}">
      <dgm:prSet/>
      <dgm:spPr/>
      <dgm:t>
        <a:bodyPr/>
        <a:lstStyle/>
        <a:p>
          <a:endParaRPr lang="en-US"/>
        </a:p>
      </dgm:t>
    </dgm:pt>
    <dgm:pt modelId="{9DF7803D-E18D-496F-AD59-1767CC9A361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BDNF/</a:t>
          </a:r>
          <a:r>
            <a:rPr lang="en-US" dirty="0" err="1">
              <a:solidFill>
                <a:schemeClr val="tx1"/>
              </a:solidFill>
            </a:rPr>
            <a:t>neurogénesis</a:t>
          </a:r>
          <a:r>
            <a:rPr lang="en-US" dirty="0">
              <a:solidFill>
                <a:schemeClr val="tx1"/>
              </a:solidFill>
            </a:rPr>
            <a:t>: ↓ BDNF, </a:t>
          </a:r>
          <a:r>
            <a:rPr lang="en-US" dirty="0" err="1">
              <a:solidFill>
                <a:schemeClr val="tx1"/>
              </a:solidFill>
            </a:rPr>
            <a:t>menor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plasticidad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afectación</a:t>
          </a:r>
          <a:r>
            <a:rPr lang="en-US" dirty="0">
              <a:solidFill>
                <a:schemeClr val="tx1"/>
              </a:solidFill>
            </a:rPr>
            <a:t> del </a:t>
          </a:r>
          <a:r>
            <a:rPr lang="en-US" dirty="0" err="1">
              <a:solidFill>
                <a:schemeClr val="tx1"/>
              </a:solidFill>
            </a:rPr>
            <a:t>hipocampo</a:t>
          </a:r>
          <a:r>
            <a:rPr lang="en-US" dirty="0"/>
            <a:t>.</a:t>
          </a:r>
        </a:p>
      </dgm:t>
    </dgm:pt>
    <dgm:pt modelId="{27243CA5-EAF1-4CD9-92A2-1A8FD6A88717}" type="parTrans" cxnId="{54191A14-0C4F-42FC-AA15-BEAE829DA5D3}">
      <dgm:prSet/>
      <dgm:spPr/>
      <dgm:t>
        <a:bodyPr/>
        <a:lstStyle/>
        <a:p>
          <a:endParaRPr lang="en-US"/>
        </a:p>
      </dgm:t>
    </dgm:pt>
    <dgm:pt modelId="{4EBFBC64-157F-487F-B1BD-F7650B53086B}" type="sibTrans" cxnId="{54191A14-0C4F-42FC-AA15-BEAE829DA5D3}">
      <dgm:prSet/>
      <dgm:spPr/>
      <dgm:t>
        <a:bodyPr/>
        <a:lstStyle/>
        <a:p>
          <a:endParaRPr lang="en-US"/>
        </a:p>
      </dgm:t>
    </dgm:pt>
    <dgm:pt modelId="{CD4DC610-E183-42C1-AE15-ACA92F6F1D2E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Glutamato</a:t>
          </a:r>
          <a:r>
            <a:rPr lang="en-US" dirty="0">
              <a:solidFill>
                <a:schemeClr val="tx1"/>
              </a:solidFill>
            </a:rPr>
            <a:t>: </a:t>
          </a:r>
          <a:r>
            <a:rPr lang="en-US" dirty="0" err="1">
              <a:solidFill>
                <a:schemeClr val="tx1"/>
              </a:solidFill>
            </a:rPr>
            <a:t>exceso</a:t>
          </a:r>
          <a:r>
            <a:rPr lang="en-US" dirty="0">
              <a:solidFill>
                <a:schemeClr val="tx1"/>
              </a:solidFill>
            </a:rPr>
            <a:t> → </a:t>
          </a:r>
          <a:r>
            <a:rPr lang="en-US" dirty="0" err="1">
              <a:solidFill>
                <a:schemeClr val="tx1"/>
              </a:solidFill>
            </a:rPr>
            <a:t>neurotoxicidad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pérdida</a:t>
          </a:r>
          <a:r>
            <a:rPr lang="en-US" dirty="0">
              <a:solidFill>
                <a:schemeClr val="tx1"/>
              </a:solidFill>
            </a:rPr>
            <a:t> neuronal.</a:t>
          </a:r>
        </a:p>
      </dgm:t>
    </dgm:pt>
    <dgm:pt modelId="{C29E9E1D-7ACE-4E8C-B089-044AD803C113}" type="parTrans" cxnId="{E585936E-D220-4DA5-8701-00C619661D31}">
      <dgm:prSet/>
      <dgm:spPr/>
      <dgm:t>
        <a:bodyPr/>
        <a:lstStyle/>
        <a:p>
          <a:endParaRPr lang="en-US"/>
        </a:p>
      </dgm:t>
    </dgm:pt>
    <dgm:pt modelId="{A229654B-9A3E-4A76-9307-40DF491D22F7}" type="sibTrans" cxnId="{E585936E-D220-4DA5-8701-00C619661D31}">
      <dgm:prSet/>
      <dgm:spPr/>
      <dgm:t>
        <a:bodyPr/>
        <a:lstStyle/>
        <a:p>
          <a:endParaRPr lang="en-US"/>
        </a:p>
      </dgm:t>
    </dgm:pt>
    <dgm:pt modelId="{BB169E2A-8758-4483-A34B-4D18C098E487}" type="pres">
      <dgm:prSet presAssocID="{F5816770-7D01-4E1E-B069-3D13A77AB50A}" presName="Name0" presStyleCnt="0">
        <dgm:presLayoutVars>
          <dgm:dir/>
          <dgm:animLvl val="lvl"/>
          <dgm:resizeHandles val="exact"/>
        </dgm:presLayoutVars>
      </dgm:prSet>
      <dgm:spPr/>
    </dgm:pt>
    <dgm:pt modelId="{73A568A5-606E-4D12-8316-2E8E0EE90D2C}" type="pres">
      <dgm:prSet presAssocID="{CD4DC610-E183-42C1-AE15-ACA92F6F1D2E}" presName="boxAndChildren" presStyleCnt="0"/>
      <dgm:spPr/>
    </dgm:pt>
    <dgm:pt modelId="{3F6B96EC-F220-461F-8051-A3EBB045B1AD}" type="pres">
      <dgm:prSet presAssocID="{CD4DC610-E183-42C1-AE15-ACA92F6F1D2E}" presName="parentTextBox" presStyleLbl="node1" presStyleIdx="0" presStyleCnt="5"/>
      <dgm:spPr/>
    </dgm:pt>
    <dgm:pt modelId="{87CD34E7-980D-499D-9E69-09A27A007083}" type="pres">
      <dgm:prSet presAssocID="{4EBFBC64-157F-487F-B1BD-F7650B53086B}" presName="sp" presStyleCnt="0"/>
      <dgm:spPr/>
    </dgm:pt>
    <dgm:pt modelId="{3ACE1DC8-0014-4F4A-B3BC-873E5BE084A4}" type="pres">
      <dgm:prSet presAssocID="{9DF7803D-E18D-496F-AD59-1767CC9A361C}" presName="arrowAndChildren" presStyleCnt="0"/>
      <dgm:spPr/>
    </dgm:pt>
    <dgm:pt modelId="{E4D04AC3-955B-42F8-8FC2-9F715D273E8A}" type="pres">
      <dgm:prSet presAssocID="{9DF7803D-E18D-496F-AD59-1767CC9A361C}" presName="parentTextArrow" presStyleLbl="node1" presStyleIdx="1" presStyleCnt="5"/>
      <dgm:spPr/>
    </dgm:pt>
    <dgm:pt modelId="{EE183381-4101-49F4-857F-83896D9849CC}" type="pres">
      <dgm:prSet presAssocID="{B71B8BD1-BBF2-4326-8B81-FE042A237359}" presName="sp" presStyleCnt="0"/>
      <dgm:spPr/>
    </dgm:pt>
    <dgm:pt modelId="{B505B53D-0504-4091-9CF4-41A5C8665F2C}" type="pres">
      <dgm:prSet presAssocID="{E3BBF64D-BBC3-437F-8CDE-4C821F714269}" presName="arrowAndChildren" presStyleCnt="0"/>
      <dgm:spPr/>
    </dgm:pt>
    <dgm:pt modelId="{DBEA9390-F085-4E80-A73A-EC1D39E27A4A}" type="pres">
      <dgm:prSet presAssocID="{E3BBF64D-BBC3-437F-8CDE-4C821F714269}" presName="parentTextArrow" presStyleLbl="node1" presStyleIdx="2" presStyleCnt="5"/>
      <dgm:spPr/>
    </dgm:pt>
    <dgm:pt modelId="{4C4953AE-5F88-4F2F-84BC-06D67F9F157A}" type="pres">
      <dgm:prSet presAssocID="{D3A9E41E-4D0D-46C8-A415-C1A02C6A67FC}" presName="sp" presStyleCnt="0"/>
      <dgm:spPr/>
    </dgm:pt>
    <dgm:pt modelId="{89373C8E-A011-4B9B-9980-FD3A35DA4854}" type="pres">
      <dgm:prSet presAssocID="{64C8F3D2-F35F-4CC0-B9BC-BF17F10E6259}" presName="arrowAndChildren" presStyleCnt="0"/>
      <dgm:spPr/>
    </dgm:pt>
    <dgm:pt modelId="{6DC06264-4F44-4FA1-8EDA-27D73A2B3E3D}" type="pres">
      <dgm:prSet presAssocID="{64C8F3D2-F35F-4CC0-B9BC-BF17F10E6259}" presName="parentTextArrow" presStyleLbl="node1" presStyleIdx="3" presStyleCnt="5"/>
      <dgm:spPr/>
    </dgm:pt>
    <dgm:pt modelId="{6433AD3A-5FA9-4D46-A3A9-6EE992DCF6B2}" type="pres">
      <dgm:prSet presAssocID="{B14DA8D1-E384-4B1C-83DF-65E123F8843A}" presName="sp" presStyleCnt="0"/>
      <dgm:spPr/>
    </dgm:pt>
    <dgm:pt modelId="{15C8827E-26DA-4566-898E-7CC0B5C77548}" type="pres">
      <dgm:prSet presAssocID="{10842D70-90F5-49B0-BF5E-F3BF1FADD0EF}" presName="arrowAndChildren" presStyleCnt="0"/>
      <dgm:spPr/>
    </dgm:pt>
    <dgm:pt modelId="{97296408-B8F4-47DC-B825-50BDF3FEF4F0}" type="pres">
      <dgm:prSet presAssocID="{10842D70-90F5-49B0-BF5E-F3BF1FADD0EF}" presName="parentTextArrow" presStyleLbl="node1" presStyleIdx="4" presStyleCnt="5"/>
      <dgm:spPr/>
    </dgm:pt>
  </dgm:ptLst>
  <dgm:cxnLst>
    <dgm:cxn modelId="{C475B00C-B762-44BF-A82E-704F92AE2E55}" type="presOf" srcId="{CD4DC610-E183-42C1-AE15-ACA92F6F1D2E}" destId="{3F6B96EC-F220-461F-8051-A3EBB045B1AD}" srcOrd="0" destOrd="0" presId="urn:microsoft.com/office/officeart/2005/8/layout/process4"/>
    <dgm:cxn modelId="{54191A14-0C4F-42FC-AA15-BEAE829DA5D3}" srcId="{F5816770-7D01-4E1E-B069-3D13A77AB50A}" destId="{9DF7803D-E18D-496F-AD59-1767CC9A361C}" srcOrd="3" destOrd="0" parTransId="{27243CA5-EAF1-4CD9-92A2-1A8FD6A88717}" sibTransId="{4EBFBC64-157F-487F-B1BD-F7650B53086B}"/>
    <dgm:cxn modelId="{13F30D22-99B4-4C97-A3DC-EF35E9EDE944}" type="presOf" srcId="{E3BBF64D-BBC3-437F-8CDE-4C821F714269}" destId="{DBEA9390-F085-4E80-A73A-EC1D39E27A4A}" srcOrd="0" destOrd="0" presId="urn:microsoft.com/office/officeart/2005/8/layout/process4"/>
    <dgm:cxn modelId="{943CB523-2464-493A-AE8D-57BCABD7206B}" srcId="{F5816770-7D01-4E1E-B069-3D13A77AB50A}" destId="{10842D70-90F5-49B0-BF5E-F3BF1FADD0EF}" srcOrd="0" destOrd="0" parTransId="{7D98F06F-ADE1-43F0-820C-C11E60E3EAD2}" sibTransId="{B14DA8D1-E384-4B1C-83DF-65E123F8843A}"/>
    <dgm:cxn modelId="{99B87935-0032-4A3C-BCAE-787D2A8D192C}" srcId="{F5816770-7D01-4E1E-B069-3D13A77AB50A}" destId="{64C8F3D2-F35F-4CC0-B9BC-BF17F10E6259}" srcOrd="1" destOrd="0" parTransId="{892D031C-D6EB-4126-A02C-67671D7CF7D8}" sibTransId="{D3A9E41E-4D0D-46C8-A415-C1A02C6A67FC}"/>
    <dgm:cxn modelId="{CE244B47-AD9F-446C-857C-CBDEC56E9AEB}" type="presOf" srcId="{F5816770-7D01-4E1E-B069-3D13A77AB50A}" destId="{BB169E2A-8758-4483-A34B-4D18C098E487}" srcOrd="0" destOrd="0" presId="urn:microsoft.com/office/officeart/2005/8/layout/process4"/>
    <dgm:cxn modelId="{E585936E-D220-4DA5-8701-00C619661D31}" srcId="{F5816770-7D01-4E1E-B069-3D13A77AB50A}" destId="{CD4DC610-E183-42C1-AE15-ACA92F6F1D2E}" srcOrd="4" destOrd="0" parTransId="{C29E9E1D-7ACE-4E8C-B089-044AD803C113}" sibTransId="{A229654B-9A3E-4A76-9307-40DF491D22F7}"/>
    <dgm:cxn modelId="{842D7D81-DC32-4E67-915B-2D055764FBDB}" type="presOf" srcId="{10842D70-90F5-49B0-BF5E-F3BF1FADD0EF}" destId="{97296408-B8F4-47DC-B825-50BDF3FEF4F0}" srcOrd="0" destOrd="0" presId="urn:microsoft.com/office/officeart/2005/8/layout/process4"/>
    <dgm:cxn modelId="{5D102287-1D62-423B-9E02-7E2597FA46C7}" type="presOf" srcId="{9DF7803D-E18D-496F-AD59-1767CC9A361C}" destId="{E4D04AC3-955B-42F8-8FC2-9F715D273E8A}" srcOrd="0" destOrd="0" presId="urn:microsoft.com/office/officeart/2005/8/layout/process4"/>
    <dgm:cxn modelId="{53B15DBD-9E0A-4DF7-9D4E-1799840A36A1}" srcId="{F5816770-7D01-4E1E-B069-3D13A77AB50A}" destId="{E3BBF64D-BBC3-437F-8CDE-4C821F714269}" srcOrd="2" destOrd="0" parTransId="{54890BE6-116A-4779-B50F-AC5800BEF523}" sibTransId="{B71B8BD1-BBF2-4326-8B81-FE042A237359}"/>
    <dgm:cxn modelId="{BF36AEFA-F5E1-4B9B-ACE9-CB34D13705C3}" type="presOf" srcId="{64C8F3D2-F35F-4CC0-B9BC-BF17F10E6259}" destId="{6DC06264-4F44-4FA1-8EDA-27D73A2B3E3D}" srcOrd="0" destOrd="0" presId="urn:microsoft.com/office/officeart/2005/8/layout/process4"/>
    <dgm:cxn modelId="{D7A23096-3C68-44E8-872B-A8C5DE7F0DED}" type="presParOf" srcId="{BB169E2A-8758-4483-A34B-4D18C098E487}" destId="{73A568A5-606E-4D12-8316-2E8E0EE90D2C}" srcOrd="0" destOrd="0" presId="urn:microsoft.com/office/officeart/2005/8/layout/process4"/>
    <dgm:cxn modelId="{4487AC07-9615-441D-AA45-E582350E61C2}" type="presParOf" srcId="{73A568A5-606E-4D12-8316-2E8E0EE90D2C}" destId="{3F6B96EC-F220-461F-8051-A3EBB045B1AD}" srcOrd="0" destOrd="0" presId="urn:microsoft.com/office/officeart/2005/8/layout/process4"/>
    <dgm:cxn modelId="{9A7D8404-7846-4A0A-BE16-98AD0485B733}" type="presParOf" srcId="{BB169E2A-8758-4483-A34B-4D18C098E487}" destId="{87CD34E7-980D-499D-9E69-09A27A007083}" srcOrd="1" destOrd="0" presId="urn:microsoft.com/office/officeart/2005/8/layout/process4"/>
    <dgm:cxn modelId="{7BC12085-5A2A-4E59-9D24-099C1473D294}" type="presParOf" srcId="{BB169E2A-8758-4483-A34B-4D18C098E487}" destId="{3ACE1DC8-0014-4F4A-B3BC-873E5BE084A4}" srcOrd="2" destOrd="0" presId="urn:microsoft.com/office/officeart/2005/8/layout/process4"/>
    <dgm:cxn modelId="{B07CE29B-949F-4E3B-BD93-8C0D697AAC69}" type="presParOf" srcId="{3ACE1DC8-0014-4F4A-B3BC-873E5BE084A4}" destId="{E4D04AC3-955B-42F8-8FC2-9F715D273E8A}" srcOrd="0" destOrd="0" presId="urn:microsoft.com/office/officeart/2005/8/layout/process4"/>
    <dgm:cxn modelId="{990630A8-3B44-4324-9768-2C5B4B634A26}" type="presParOf" srcId="{BB169E2A-8758-4483-A34B-4D18C098E487}" destId="{EE183381-4101-49F4-857F-83896D9849CC}" srcOrd="3" destOrd="0" presId="urn:microsoft.com/office/officeart/2005/8/layout/process4"/>
    <dgm:cxn modelId="{4BE62468-810F-469A-AF10-B738BF7DF043}" type="presParOf" srcId="{BB169E2A-8758-4483-A34B-4D18C098E487}" destId="{B505B53D-0504-4091-9CF4-41A5C8665F2C}" srcOrd="4" destOrd="0" presId="urn:microsoft.com/office/officeart/2005/8/layout/process4"/>
    <dgm:cxn modelId="{6CDA81A6-5A1B-4847-B217-C2B991571F74}" type="presParOf" srcId="{B505B53D-0504-4091-9CF4-41A5C8665F2C}" destId="{DBEA9390-F085-4E80-A73A-EC1D39E27A4A}" srcOrd="0" destOrd="0" presId="urn:microsoft.com/office/officeart/2005/8/layout/process4"/>
    <dgm:cxn modelId="{03BBC2C0-685E-44A7-B5BB-4915303C68F5}" type="presParOf" srcId="{BB169E2A-8758-4483-A34B-4D18C098E487}" destId="{4C4953AE-5F88-4F2F-84BC-06D67F9F157A}" srcOrd="5" destOrd="0" presId="urn:microsoft.com/office/officeart/2005/8/layout/process4"/>
    <dgm:cxn modelId="{AAA6A6FB-E2F3-4F02-BAC2-B943FD6F04B4}" type="presParOf" srcId="{BB169E2A-8758-4483-A34B-4D18C098E487}" destId="{89373C8E-A011-4B9B-9980-FD3A35DA4854}" srcOrd="6" destOrd="0" presId="urn:microsoft.com/office/officeart/2005/8/layout/process4"/>
    <dgm:cxn modelId="{85BA3E06-0BB4-4D28-B819-4D1C396910F6}" type="presParOf" srcId="{89373C8E-A011-4B9B-9980-FD3A35DA4854}" destId="{6DC06264-4F44-4FA1-8EDA-27D73A2B3E3D}" srcOrd="0" destOrd="0" presId="urn:microsoft.com/office/officeart/2005/8/layout/process4"/>
    <dgm:cxn modelId="{04BE9DC0-FAA6-4B3F-B4D4-E6421F2E5C58}" type="presParOf" srcId="{BB169E2A-8758-4483-A34B-4D18C098E487}" destId="{6433AD3A-5FA9-4D46-A3A9-6EE992DCF6B2}" srcOrd="7" destOrd="0" presId="urn:microsoft.com/office/officeart/2005/8/layout/process4"/>
    <dgm:cxn modelId="{331629DA-0816-4DFC-B40F-0A932D964EE4}" type="presParOf" srcId="{BB169E2A-8758-4483-A34B-4D18C098E487}" destId="{15C8827E-26DA-4566-898E-7CC0B5C77548}" srcOrd="8" destOrd="0" presId="urn:microsoft.com/office/officeart/2005/8/layout/process4"/>
    <dgm:cxn modelId="{06BE00EF-E2B5-43CB-ADDB-176F78288274}" type="presParOf" srcId="{15C8827E-26DA-4566-898E-7CC0B5C77548}" destId="{97296408-B8F4-47DC-B825-50BDF3FEF4F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69586E-E226-45C0-9FB4-9DA917D367BF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C244F13-9816-4FBD-B017-AB6A46A43D39}">
      <dgm:prSet/>
      <dgm:spPr/>
      <dgm:t>
        <a:bodyPr/>
        <a:lstStyle/>
        <a:p>
          <a:r>
            <a:rPr lang="en-US" dirty="0"/>
            <a:t> </a:t>
          </a:r>
          <a:r>
            <a:rPr lang="en-US" dirty="0" err="1">
              <a:solidFill>
                <a:schemeClr val="tx1"/>
              </a:solidFill>
            </a:rPr>
            <a:t>Estrés</a:t>
          </a:r>
          <a:r>
            <a:rPr lang="en-US" dirty="0">
              <a:solidFill>
                <a:schemeClr val="tx1"/>
              </a:solidFill>
            </a:rPr>
            <a:t>: </a:t>
          </a:r>
          <a:r>
            <a:rPr lang="en-US" dirty="0" err="1">
              <a:solidFill>
                <a:schemeClr val="tx1"/>
              </a:solidFill>
            </a:rPr>
            <a:t>eventos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vitales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trastornos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psiquiátricos</a:t>
          </a:r>
          <a:r>
            <a:rPr lang="en-US" dirty="0"/>
            <a:t>.</a:t>
          </a:r>
        </a:p>
      </dgm:t>
    </dgm:pt>
    <dgm:pt modelId="{31A36505-CBDF-4A20-A1A8-84C222ACF208}" type="parTrans" cxnId="{BFCDA67B-BBCF-4C3B-9EB8-133B045B60CF}">
      <dgm:prSet/>
      <dgm:spPr/>
      <dgm:t>
        <a:bodyPr/>
        <a:lstStyle/>
        <a:p>
          <a:endParaRPr lang="en-US"/>
        </a:p>
      </dgm:t>
    </dgm:pt>
    <dgm:pt modelId="{D16DA981-9685-4FFB-A1BB-8104D37D72C2}" type="sibTrans" cxnId="{BFCDA67B-BBCF-4C3B-9EB8-133B045B60CF}">
      <dgm:prSet/>
      <dgm:spPr/>
      <dgm:t>
        <a:bodyPr/>
        <a:lstStyle/>
        <a:p>
          <a:endParaRPr lang="en-US"/>
        </a:p>
      </dgm:t>
    </dgm:pt>
    <dgm:pt modelId="{B856B8F4-CB83-43B7-8E1F-EC4F42E22FB4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Adversidad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temprana</a:t>
          </a:r>
          <a:r>
            <a:rPr lang="en-US" dirty="0">
              <a:solidFill>
                <a:schemeClr val="tx1"/>
              </a:solidFill>
            </a:rPr>
            <a:t>: </a:t>
          </a:r>
          <a:r>
            <a:rPr lang="en-US" dirty="0" err="1">
              <a:solidFill>
                <a:schemeClr val="tx1"/>
              </a:solidFill>
            </a:rPr>
            <a:t>abuso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físico</a:t>
          </a:r>
          <a:r>
            <a:rPr lang="en-US" dirty="0">
              <a:solidFill>
                <a:schemeClr val="tx1"/>
              </a:solidFill>
            </a:rPr>
            <a:t>/sexual → </a:t>
          </a:r>
          <a:r>
            <a:rPr lang="en-US" dirty="0" err="1">
              <a:solidFill>
                <a:schemeClr val="tx1"/>
              </a:solidFill>
            </a:rPr>
            <a:t>modificaciones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epigenéticas</a:t>
          </a:r>
          <a:r>
            <a:rPr lang="en-US" dirty="0"/>
            <a:t>.</a:t>
          </a:r>
        </a:p>
      </dgm:t>
    </dgm:pt>
    <dgm:pt modelId="{902A6890-1125-4D01-9DCB-3A0FA7A0EF59}" type="parTrans" cxnId="{88407B62-E6C2-4168-BA0F-96BCAEB575BA}">
      <dgm:prSet/>
      <dgm:spPr/>
      <dgm:t>
        <a:bodyPr/>
        <a:lstStyle/>
        <a:p>
          <a:endParaRPr lang="en-US"/>
        </a:p>
      </dgm:t>
    </dgm:pt>
    <dgm:pt modelId="{CFA9F8B5-4D18-443B-A7A2-F131B57D89B0}" type="sibTrans" cxnId="{88407B62-E6C2-4168-BA0F-96BCAEB575BA}">
      <dgm:prSet/>
      <dgm:spPr/>
      <dgm:t>
        <a:bodyPr/>
        <a:lstStyle/>
        <a:p>
          <a:endParaRPr lang="en-US"/>
        </a:p>
      </dgm:t>
    </dgm:pt>
    <dgm:pt modelId="{5E3F7263-F8EC-4428-AA84-EA449A1E9427}">
      <dgm:prSet/>
      <dgm:spPr/>
      <dgm:t>
        <a:bodyPr/>
        <a:lstStyle/>
        <a:p>
          <a:r>
            <a:rPr lang="en-US" dirty="0"/>
            <a:t> </a:t>
          </a:r>
          <a:r>
            <a:rPr lang="en-US" dirty="0" err="1">
              <a:solidFill>
                <a:schemeClr val="tx1"/>
              </a:solidFill>
            </a:rPr>
            <a:t>Factores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epigenéticos</a:t>
          </a:r>
          <a:r>
            <a:rPr lang="en-US" dirty="0">
              <a:solidFill>
                <a:schemeClr val="tx1"/>
              </a:solidFill>
            </a:rPr>
            <a:t> (~50%): genes </a:t>
          </a:r>
          <a:r>
            <a:rPr lang="en-US" dirty="0" err="1">
              <a:solidFill>
                <a:schemeClr val="tx1"/>
              </a:solidFill>
            </a:rPr>
            <a:t>serotoninérgicos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neurotróficos</a:t>
          </a:r>
          <a:r>
            <a:rPr lang="en-US" dirty="0">
              <a:solidFill>
                <a:schemeClr val="tx1"/>
              </a:solidFill>
            </a:rPr>
            <a:t>, apoptosis </a:t>
          </a:r>
          <a:r>
            <a:rPr lang="en-US" dirty="0" err="1">
              <a:solidFill>
                <a:schemeClr val="tx1"/>
              </a:solidFill>
            </a:rPr>
            <a:t>por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poliaminas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C036BCF0-E22E-4DD3-B47E-EFA80A01FC6D}" type="parTrans" cxnId="{4C372EB5-5B28-4406-BA4D-CF34F1CD527E}">
      <dgm:prSet/>
      <dgm:spPr/>
      <dgm:t>
        <a:bodyPr/>
        <a:lstStyle/>
        <a:p>
          <a:endParaRPr lang="en-US"/>
        </a:p>
      </dgm:t>
    </dgm:pt>
    <dgm:pt modelId="{A09B9F59-D7F5-4569-8F9F-73CD92A7AF7D}" type="sibTrans" cxnId="{4C372EB5-5B28-4406-BA4D-CF34F1CD527E}">
      <dgm:prSet/>
      <dgm:spPr/>
      <dgm:t>
        <a:bodyPr/>
        <a:lstStyle/>
        <a:p>
          <a:endParaRPr lang="en-US"/>
        </a:p>
      </dgm:t>
    </dgm:pt>
    <dgm:pt modelId="{8D04C28E-BD85-444A-8D24-09F833DD684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Familiares</a:t>
          </a:r>
          <a:r>
            <a:rPr lang="en-US" dirty="0">
              <a:solidFill>
                <a:schemeClr val="tx1"/>
              </a:solidFill>
            </a:rPr>
            <a:t> con </a:t>
          </a:r>
          <a:r>
            <a:rPr lang="en-US" dirty="0" err="1">
              <a:solidFill>
                <a:schemeClr val="tx1"/>
              </a:solidFill>
            </a:rPr>
            <a:t>historia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suicidio</a:t>
          </a:r>
          <a:r>
            <a:rPr lang="en-US" dirty="0">
              <a:solidFill>
                <a:schemeClr val="tx1"/>
              </a:solidFill>
            </a:rPr>
            <a:t>: </a:t>
          </a:r>
          <a:r>
            <a:rPr lang="en-US" dirty="0" err="1">
              <a:solidFill>
                <a:schemeClr val="tx1"/>
              </a:solidFill>
            </a:rPr>
            <a:t>aumenta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susceptibilidad</a:t>
          </a:r>
          <a:r>
            <a:rPr lang="en-US" dirty="0"/>
            <a:t>. </a:t>
          </a:r>
          <a:r>
            <a:rPr lang="en-US" dirty="0" err="1"/>
            <a:t>Hiperreactividad</a:t>
          </a:r>
          <a:r>
            <a:rPr lang="en-US" dirty="0"/>
            <a:t> del </a:t>
          </a:r>
          <a:r>
            <a:rPr lang="en-US" dirty="0" err="1"/>
            <a:t>eje</a:t>
          </a:r>
          <a:r>
            <a:rPr lang="en-US" dirty="0"/>
            <a:t> HHA.</a:t>
          </a:r>
        </a:p>
      </dgm:t>
    </dgm:pt>
    <dgm:pt modelId="{0EC11843-3308-41BF-BC57-696368A27A67}" type="parTrans" cxnId="{A43AEE2B-91EA-45B8-90D6-82B587781F34}">
      <dgm:prSet/>
      <dgm:spPr/>
      <dgm:t>
        <a:bodyPr/>
        <a:lstStyle/>
        <a:p>
          <a:endParaRPr lang="en-US"/>
        </a:p>
      </dgm:t>
    </dgm:pt>
    <dgm:pt modelId="{243F39D3-80D6-48DE-8206-E6F2FC6B44EE}" type="sibTrans" cxnId="{A43AEE2B-91EA-45B8-90D6-82B587781F34}">
      <dgm:prSet/>
      <dgm:spPr/>
      <dgm:t>
        <a:bodyPr/>
        <a:lstStyle/>
        <a:p>
          <a:endParaRPr lang="en-US"/>
        </a:p>
      </dgm:t>
    </dgm:pt>
    <dgm:pt modelId="{8B14FC3C-FA3C-42ED-9E97-0BE04EEA18FA}" type="pres">
      <dgm:prSet presAssocID="{6969586E-E226-45C0-9FB4-9DA917D367BF}" presName="diagram" presStyleCnt="0">
        <dgm:presLayoutVars>
          <dgm:dir/>
          <dgm:resizeHandles val="exact"/>
        </dgm:presLayoutVars>
      </dgm:prSet>
      <dgm:spPr/>
    </dgm:pt>
    <dgm:pt modelId="{D9259FFB-97FE-4146-B4BD-674643EE60D7}" type="pres">
      <dgm:prSet presAssocID="{8C244F13-9816-4FBD-B017-AB6A46A43D39}" presName="node" presStyleLbl="node1" presStyleIdx="0" presStyleCnt="4" custLinFactNeighborX="-26" custLinFactNeighborY="-82520">
        <dgm:presLayoutVars>
          <dgm:bulletEnabled val="1"/>
        </dgm:presLayoutVars>
      </dgm:prSet>
      <dgm:spPr/>
    </dgm:pt>
    <dgm:pt modelId="{38D68AE4-5925-431B-B52B-43C7AEA42F67}" type="pres">
      <dgm:prSet presAssocID="{D16DA981-9685-4FFB-A1BB-8104D37D72C2}" presName="sibTrans" presStyleCnt="0"/>
      <dgm:spPr/>
    </dgm:pt>
    <dgm:pt modelId="{399C1CCA-1728-48FF-B742-448F9AE6162E}" type="pres">
      <dgm:prSet presAssocID="{B856B8F4-CB83-43B7-8E1F-EC4F42E22FB4}" presName="node" presStyleLbl="node1" presStyleIdx="1" presStyleCnt="4" custLinFactNeighborX="26" custLinFactNeighborY="-81895">
        <dgm:presLayoutVars>
          <dgm:bulletEnabled val="1"/>
        </dgm:presLayoutVars>
      </dgm:prSet>
      <dgm:spPr/>
    </dgm:pt>
    <dgm:pt modelId="{4689ABFC-6E32-4EAB-9CE7-19ABD591FCD5}" type="pres">
      <dgm:prSet presAssocID="{CFA9F8B5-4D18-443B-A7A2-F131B57D89B0}" presName="sibTrans" presStyleCnt="0"/>
      <dgm:spPr/>
    </dgm:pt>
    <dgm:pt modelId="{B33F9B52-47A2-4BB0-917B-83CBAE28B834}" type="pres">
      <dgm:prSet presAssocID="{5E3F7263-F8EC-4428-AA84-EA449A1E9427}" presName="node" presStyleLbl="node1" presStyleIdx="2" presStyleCnt="4" custLinFactNeighborX="2646" custLinFactNeighborY="-75018">
        <dgm:presLayoutVars>
          <dgm:bulletEnabled val="1"/>
        </dgm:presLayoutVars>
      </dgm:prSet>
      <dgm:spPr/>
    </dgm:pt>
    <dgm:pt modelId="{2EF816AB-C878-4FDE-8946-D06ABD001459}" type="pres">
      <dgm:prSet presAssocID="{A09B9F59-D7F5-4569-8F9F-73CD92A7AF7D}" presName="sibTrans" presStyleCnt="0"/>
      <dgm:spPr/>
    </dgm:pt>
    <dgm:pt modelId="{12E7BDDC-63A0-4CAE-A5D2-C73E5B553B4A}" type="pres">
      <dgm:prSet presAssocID="{8D04C28E-BD85-444A-8D24-09F833DD684C}" presName="node" presStyleLbl="node1" presStyleIdx="3" presStyleCnt="4" custLinFactNeighborX="26" custLinFactNeighborY="-73768">
        <dgm:presLayoutVars>
          <dgm:bulletEnabled val="1"/>
        </dgm:presLayoutVars>
      </dgm:prSet>
      <dgm:spPr/>
    </dgm:pt>
  </dgm:ptLst>
  <dgm:cxnLst>
    <dgm:cxn modelId="{A43AEE2B-91EA-45B8-90D6-82B587781F34}" srcId="{6969586E-E226-45C0-9FB4-9DA917D367BF}" destId="{8D04C28E-BD85-444A-8D24-09F833DD684C}" srcOrd="3" destOrd="0" parTransId="{0EC11843-3308-41BF-BC57-696368A27A67}" sibTransId="{243F39D3-80D6-48DE-8206-E6F2FC6B44EE}"/>
    <dgm:cxn modelId="{88407B62-E6C2-4168-BA0F-96BCAEB575BA}" srcId="{6969586E-E226-45C0-9FB4-9DA917D367BF}" destId="{B856B8F4-CB83-43B7-8E1F-EC4F42E22FB4}" srcOrd="1" destOrd="0" parTransId="{902A6890-1125-4D01-9DCB-3A0FA7A0EF59}" sibTransId="{CFA9F8B5-4D18-443B-A7A2-F131B57D89B0}"/>
    <dgm:cxn modelId="{2D24F444-40BC-481B-8AC3-266341614E31}" type="presOf" srcId="{B856B8F4-CB83-43B7-8E1F-EC4F42E22FB4}" destId="{399C1CCA-1728-48FF-B742-448F9AE6162E}" srcOrd="0" destOrd="0" presId="urn:microsoft.com/office/officeart/2005/8/layout/default"/>
    <dgm:cxn modelId="{3C113975-9300-4E87-97AA-B549E64D4416}" type="presOf" srcId="{8C244F13-9816-4FBD-B017-AB6A46A43D39}" destId="{D9259FFB-97FE-4146-B4BD-674643EE60D7}" srcOrd="0" destOrd="0" presId="urn:microsoft.com/office/officeart/2005/8/layout/default"/>
    <dgm:cxn modelId="{E086177B-4C87-469B-8423-8C913F956520}" type="presOf" srcId="{8D04C28E-BD85-444A-8D24-09F833DD684C}" destId="{12E7BDDC-63A0-4CAE-A5D2-C73E5B553B4A}" srcOrd="0" destOrd="0" presId="urn:microsoft.com/office/officeart/2005/8/layout/default"/>
    <dgm:cxn modelId="{BFCDA67B-BBCF-4C3B-9EB8-133B045B60CF}" srcId="{6969586E-E226-45C0-9FB4-9DA917D367BF}" destId="{8C244F13-9816-4FBD-B017-AB6A46A43D39}" srcOrd="0" destOrd="0" parTransId="{31A36505-CBDF-4A20-A1A8-84C222ACF208}" sibTransId="{D16DA981-9685-4FFB-A1BB-8104D37D72C2}"/>
    <dgm:cxn modelId="{0DEC279A-245D-46BB-9B64-FC21F7E84D7A}" type="presOf" srcId="{5E3F7263-F8EC-4428-AA84-EA449A1E9427}" destId="{B33F9B52-47A2-4BB0-917B-83CBAE28B834}" srcOrd="0" destOrd="0" presId="urn:microsoft.com/office/officeart/2005/8/layout/default"/>
    <dgm:cxn modelId="{4C372EB5-5B28-4406-BA4D-CF34F1CD527E}" srcId="{6969586E-E226-45C0-9FB4-9DA917D367BF}" destId="{5E3F7263-F8EC-4428-AA84-EA449A1E9427}" srcOrd="2" destOrd="0" parTransId="{C036BCF0-E22E-4DD3-B47E-EFA80A01FC6D}" sibTransId="{A09B9F59-D7F5-4569-8F9F-73CD92A7AF7D}"/>
    <dgm:cxn modelId="{C04AE2F4-414F-4FD4-B2CB-F244A0DBDA68}" type="presOf" srcId="{6969586E-E226-45C0-9FB4-9DA917D367BF}" destId="{8B14FC3C-FA3C-42ED-9E97-0BE04EEA18FA}" srcOrd="0" destOrd="0" presId="urn:microsoft.com/office/officeart/2005/8/layout/default"/>
    <dgm:cxn modelId="{C8CB81CA-3834-4D45-A3AB-7B3D25C2061A}" type="presParOf" srcId="{8B14FC3C-FA3C-42ED-9E97-0BE04EEA18FA}" destId="{D9259FFB-97FE-4146-B4BD-674643EE60D7}" srcOrd="0" destOrd="0" presId="urn:microsoft.com/office/officeart/2005/8/layout/default"/>
    <dgm:cxn modelId="{42D96BF4-A480-4972-86A7-FF114524FCDE}" type="presParOf" srcId="{8B14FC3C-FA3C-42ED-9E97-0BE04EEA18FA}" destId="{38D68AE4-5925-431B-B52B-43C7AEA42F67}" srcOrd="1" destOrd="0" presId="urn:microsoft.com/office/officeart/2005/8/layout/default"/>
    <dgm:cxn modelId="{42C24C15-F80B-4CFE-81A5-4182300A9097}" type="presParOf" srcId="{8B14FC3C-FA3C-42ED-9E97-0BE04EEA18FA}" destId="{399C1CCA-1728-48FF-B742-448F9AE6162E}" srcOrd="2" destOrd="0" presId="urn:microsoft.com/office/officeart/2005/8/layout/default"/>
    <dgm:cxn modelId="{071EA909-530A-4374-9DAD-AA26D526D454}" type="presParOf" srcId="{8B14FC3C-FA3C-42ED-9E97-0BE04EEA18FA}" destId="{4689ABFC-6E32-4EAB-9CE7-19ABD591FCD5}" srcOrd="3" destOrd="0" presId="urn:microsoft.com/office/officeart/2005/8/layout/default"/>
    <dgm:cxn modelId="{9580E6EC-66A8-4B3A-8BA6-49817C264553}" type="presParOf" srcId="{8B14FC3C-FA3C-42ED-9E97-0BE04EEA18FA}" destId="{B33F9B52-47A2-4BB0-917B-83CBAE28B834}" srcOrd="4" destOrd="0" presId="urn:microsoft.com/office/officeart/2005/8/layout/default"/>
    <dgm:cxn modelId="{A7D087CD-3D83-44D9-8AC6-863E6305BA1C}" type="presParOf" srcId="{8B14FC3C-FA3C-42ED-9E97-0BE04EEA18FA}" destId="{2EF816AB-C878-4FDE-8946-D06ABD001459}" srcOrd="5" destOrd="0" presId="urn:microsoft.com/office/officeart/2005/8/layout/default"/>
    <dgm:cxn modelId="{58733F92-631F-4ECF-A380-80C9FCF91A9A}" type="presParOf" srcId="{8B14FC3C-FA3C-42ED-9E97-0BE04EEA18FA}" destId="{12E7BDDC-63A0-4CAE-A5D2-C73E5B553B4A}" srcOrd="6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10692C-D691-4E8F-98F7-E1FD03DBC429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87DF51B-5333-43B9-8E35-F220F801C139}">
      <dgm:prSet/>
      <dgm:spPr/>
      <dgm:t>
        <a:bodyPr/>
        <a:lstStyle/>
        <a:p>
          <a:r>
            <a:rPr lang="en-US" dirty="0"/>
            <a:t> </a:t>
          </a:r>
          <a:r>
            <a:rPr lang="en-US" dirty="0" err="1">
              <a:solidFill>
                <a:schemeClr val="tx1"/>
              </a:solidFill>
            </a:rPr>
            <a:t>Circuitos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implicados</a:t>
          </a:r>
          <a:r>
            <a:rPr lang="en-US" dirty="0">
              <a:solidFill>
                <a:schemeClr val="tx1"/>
              </a:solidFill>
            </a:rPr>
            <a:t>: </a:t>
          </a:r>
          <a:r>
            <a:rPr lang="en-US" dirty="0" err="1">
              <a:solidFill>
                <a:schemeClr val="tx1"/>
              </a:solidFill>
            </a:rPr>
            <a:t>corteza</a:t>
          </a:r>
          <a:r>
            <a:rPr lang="en-US" dirty="0">
              <a:solidFill>
                <a:schemeClr val="tx1"/>
              </a:solidFill>
            </a:rPr>
            <a:t> prefrontal, </a:t>
          </a:r>
          <a:r>
            <a:rPr lang="en-US" dirty="0" err="1">
              <a:solidFill>
                <a:schemeClr val="tx1"/>
              </a:solidFill>
            </a:rPr>
            <a:t>amígdala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cíngulo</a:t>
          </a:r>
          <a:r>
            <a:rPr lang="en-US" dirty="0">
              <a:solidFill>
                <a:schemeClr val="tx1"/>
              </a:solidFill>
            </a:rPr>
            <a:t> anterior, dorsal raphe</a:t>
          </a:r>
          <a:r>
            <a:rPr lang="en-US" dirty="0"/>
            <a:t>.</a:t>
          </a:r>
        </a:p>
      </dgm:t>
    </dgm:pt>
    <dgm:pt modelId="{4DD9869E-5585-44BF-A969-3FFA0503BBE9}" type="parTrans" cxnId="{32B504F9-97CE-4135-8253-5E3331221BE1}">
      <dgm:prSet/>
      <dgm:spPr/>
      <dgm:t>
        <a:bodyPr/>
        <a:lstStyle/>
        <a:p>
          <a:endParaRPr lang="en-US"/>
        </a:p>
      </dgm:t>
    </dgm:pt>
    <dgm:pt modelId="{F1293085-3173-4505-B687-DFBC4A5790A3}" type="sibTrans" cxnId="{32B504F9-97CE-4135-8253-5E3331221BE1}">
      <dgm:prSet/>
      <dgm:spPr/>
      <dgm:t>
        <a:bodyPr/>
        <a:lstStyle/>
        <a:p>
          <a:endParaRPr lang="en-US"/>
        </a:p>
      </dgm:t>
    </dgm:pt>
    <dgm:pt modelId="{1B63775A-06B5-4678-8C8C-9319005FBD10}">
      <dgm:prSet/>
      <dgm:spPr/>
      <dgm:t>
        <a:bodyPr/>
        <a:lstStyle/>
        <a:p>
          <a:r>
            <a:rPr lang="en-US" dirty="0"/>
            <a:t> </a:t>
          </a:r>
          <a:r>
            <a:rPr lang="en-US" dirty="0" err="1">
              <a:solidFill>
                <a:schemeClr val="tx1"/>
              </a:solidFill>
            </a:rPr>
            <a:t>Funciones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afectadas</a:t>
          </a:r>
          <a:r>
            <a:rPr lang="en-US" dirty="0"/>
            <a:t>:</a:t>
          </a:r>
        </a:p>
      </dgm:t>
    </dgm:pt>
    <dgm:pt modelId="{099546BF-461F-43C7-A3C5-FB5DF01FAA7A}" type="parTrans" cxnId="{492141BB-1600-4703-89B6-55063D9258E2}">
      <dgm:prSet/>
      <dgm:spPr/>
      <dgm:t>
        <a:bodyPr/>
        <a:lstStyle/>
        <a:p>
          <a:endParaRPr lang="en-US"/>
        </a:p>
      </dgm:t>
    </dgm:pt>
    <dgm:pt modelId="{B43F092B-35C0-4D8F-83C3-2CF106DB0584}" type="sibTrans" cxnId="{492141BB-1600-4703-89B6-55063D9258E2}">
      <dgm:prSet/>
      <dgm:spPr/>
      <dgm:t>
        <a:bodyPr/>
        <a:lstStyle/>
        <a:p>
          <a:endParaRPr lang="en-US"/>
        </a:p>
      </dgm:t>
    </dgm:pt>
    <dgm:pt modelId="{2745F050-C2FE-477E-8D75-75BD5FFBCEE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- </a:t>
          </a:r>
          <a:r>
            <a:rPr lang="en-US" dirty="0" err="1">
              <a:solidFill>
                <a:schemeClr val="tx1"/>
              </a:solidFill>
            </a:rPr>
            <a:t>Regulación</a:t>
          </a:r>
          <a:r>
            <a:rPr lang="en-US" dirty="0">
              <a:solidFill>
                <a:schemeClr val="tx1"/>
              </a:solidFill>
            </a:rPr>
            <a:t> del </a:t>
          </a:r>
          <a:r>
            <a:rPr lang="en-US" dirty="0" err="1">
              <a:solidFill>
                <a:schemeClr val="tx1"/>
              </a:solidFill>
            </a:rPr>
            <a:t>estado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ánimo</a:t>
          </a:r>
          <a:endParaRPr lang="en-US" dirty="0">
            <a:solidFill>
              <a:schemeClr val="tx1"/>
            </a:solidFill>
          </a:endParaRPr>
        </a:p>
      </dgm:t>
    </dgm:pt>
    <dgm:pt modelId="{9F83FDFB-8819-4512-92E2-07B15F5243EF}" type="parTrans" cxnId="{83D037BD-6189-4C14-BADB-C871D07DFE67}">
      <dgm:prSet/>
      <dgm:spPr/>
      <dgm:t>
        <a:bodyPr/>
        <a:lstStyle/>
        <a:p>
          <a:endParaRPr lang="en-US"/>
        </a:p>
      </dgm:t>
    </dgm:pt>
    <dgm:pt modelId="{2EA0447F-F37B-4968-BC73-DB5B91121BB9}" type="sibTrans" cxnId="{83D037BD-6189-4C14-BADB-C871D07DFE67}">
      <dgm:prSet/>
      <dgm:spPr/>
      <dgm:t>
        <a:bodyPr/>
        <a:lstStyle/>
        <a:p>
          <a:endParaRPr lang="en-US"/>
        </a:p>
      </dgm:t>
    </dgm:pt>
    <dgm:pt modelId="{030A9E0B-FB92-48E9-8C04-1C1321711B1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Evaluación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recompensas</a:t>
          </a:r>
          <a:r>
            <a:rPr lang="en-US" dirty="0">
              <a:solidFill>
                <a:schemeClr val="tx1"/>
              </a:solidFill>
            </a:rPr>
            <a:t> y </a:t>
          </a:r>
          <a:r>
            <a:rPr lang="en-US" dirty="0" err="1">
              <a:solidFill>
                <a:schemeClr val="tx1"/>
              </a:solidFill>
            </a:rPr>
            <a:t>castigos</a:t>
          </a:r>
          <a:endParaRPr lang="en-US" dirty="0">
            <a:solidFill>
              <a:schemeClr val="tx1"/>
            </a:solidFill>
          </a:endParaRPr>
        </a:p>
      </dgm:t>
    </dgm:pt>
    <dgm:pt modelId="{D3430B45-EB46-42C5-8785-2299213DCE2F}" type="parTrans" cxnId="{EA7713D8-E91E-4B7D-B4A4-E319E82C02FA}">
      <dgm:prSet/>
      <dgm:spPr/>
      <dgm:t>
        <a:bodyPr/>
        <a:lstStyle/>
        <a:p>
          <a:endParaRPr lang="en-US"/>
        </a:p>
      </dgm:t>
    </dgm:pt>
    <dgm:pt modelId="{B30DC040-1BEA-4F97-B478-72CC9AA884D0}" type="sibTrans" cxnId="{EA7713D8-E91E-4B7D-B4A4-E319E82C02FA}">
      <dgm:prSet/>
      <dgm:spPr/>
      <dgm:t>
        <a:bodyPr/>
        <a:lstStyle/>
        <a:p>
          <a:endParaRPr lang="en-US"/>
        </a:p>
      </dgm:t>
    </dgm:pt>
    <dgm:pt modelId="{1428E014-B9E9-450C-B6CD-02968356F2DB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- Control </a:t>
          </a:r>
          <a:r>
            <a:rPr lang="en-US" dirty="0" err="1">
              <a:solidFill>
                <a:schemeClr val="tx1"/>
              </a:solidFill>
            </a:rPr>
            <a:t>cognitivo</a:t>
          </a:r>
          <a:r>
            <a:rPr lang="en-US" dirty="0">
              <a:solidFill>
                <a:schemeClr val="tx1"/>
              </a:solidFill>
            </a:rPr>
            <a:t> y </a:t>
          </a:r>
          <a:r>
            <a:rPr lang="en-US" dirty="0" err="1">
              <a:solidFill>
                <a:schemeClr val="tx1"/>
              </a:solidFill>
            </a:rPr>
            <a:t>toma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decisiones</a:t>
          </a:r>
          <a:endParaRPr lang="en-US" dirty="0">
            <a:solidFill>
              <a:schemeClr val="tx1"/>
            </a:solidFill>
          </a:endParaRPr>
        </a:p>
      </dgm:t>
    </dgm:pt>
    <dgm:pt modelId="{43048086-1EE1-465B-ACE9-0B51459EBDC8}" type="parTrans" cxnId="{143EF059-FB29-4283-8B65-AC235A81122E}">
      <dgm:prSet/>
      <dgm:spPr/>
      <dgm:t>
        <a:bodyPr/>
        <a:lstStyle/>
        <a:p>
          <a:endParaRPr lang="en-US"/>
        </a:p>
      </dgm:t>
    </dgm:pt>
    <dgm:pt modelId="{0DFBDB4C-754B-4F3C-BB95-259E128ED13E}" type="sibTrans" cxnId="{143EF059-FB29-4283-8B65-AC235A81122E}">
      <dgm:prSet/>
      <dgm:spPr/>
      <dgm:t>
        <a:bodyPr/>
        <a:lstStyle/>
        <a:p>
          <a:endParaRPr lang="en-US"/>
        </a:p>
      </dgm:t>
    </dgm:pt>
    <dgm:pt modelId="{2592F339-4E51-4D0F-8CD6-EE3027A1535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- </a:t>
          </a:r>
          <a:r>
            <a:rPr lang="en-US" dirty="0" err="1">
              <a:solidFill>
                <a:schemeClr val="tx1"/>
              </a:solidFill>
            </a:rPr>
            <a:t>Procesamiento</a:t>
          </a:r>
          <a:r>
            <a:rPr lang="en-US" dirty="0">
              <a:solidFill>
                <a:schemeClr val="tx1"/>
              </a:solidFill>
            </a:rPr>
            <a:t> de dolor </a:t>
          </a:r>
          <a:r>
            <a:rPr lang="en-US" dirty="0" err="1">
              <a:solidFill>
                <a:schemeClr val="tx1"/>
              </a:solidFill>
            </a:rPr>
            <a:t>emocional</a:t>
          </a:r>
          <a:endParaRPr lang="en-US" dirty="0">
            <a:solidFill>
              <a:schemeClr val="tx1"/>
            </a:solidFill>
          </a:endParaRPr>
        </a:p>
      </dgm:t>
    </dgm:pt>
    <dgm:pt modelId="{83FEE1A8-3290-4503-89B1-DB57A46EBBAF}" type="parTrans" cxnId="{4262BD11-E0BA-43C4-9979-B56E44751DB2}">
      <dgm:prSet/>
      <dgm:spPr/>
      <dgm:t>
        <a:bodyPr/>
        <a:lstStyle/>
        <a:p>
          <a:endParaRPr lang="en-US"/>
        </a:p>
      </dgm:t>
    </dgm:pt>
    <dgm:pt modelId="{D3FD7FC4-8E4C-4972-B93B-3250963BCEE5}" type="sibTrans" cxnId="{4262BD11-E0BA-43C4-9979-B56E44751DB2}">
      <dgm:prSet/>
      <dgm:spPr/>
      <dgm:t>
        <a:bodyPr/>
        <a:lstStyle/>
        <a:p>
          <a:endParaRPr lang="en-US"/>
        </a:p>
      </dgm:t>
    </dgm:pt>
    <dgm:pt modelId="{EAA2F960-BA0E-41C4-A743-EEF3F98A0174}" type="pres">
      <dgm:prSet presAssocID="{9A10692C-D691-4E8F-98F7-E1FD03DBC429}" presName="diagram" presStyleCnt="0">
        <dgm:presLayoutVars>
          <dgm:dir/>
          <dgm:resizeHandles val="exact"/>
        </dgm:presLayoutVars>
      </dgm:prSet>
      <dgm:spPr/>
    </dgm:pt>
    <dgm:pt modelId="{C24D9040-2752-434E-9756-149B6F27C923}" type="pres">
      <dgm:prSet presAssocID="{587DF51B-5333-43B9-8E35-F220F801C139}" presName="node" presStyleLbl="node1" presStyleIdx="0" presStyleCnt="6">
        <dgm:presLayoutVars>
          <dgm:bulletEnabled val="1"/>
        </dgm:presLayoutVars>
      </dgm:prSet>
      <dgm:spPr/>
    </dgm:pt>
    <dgm:pt modelId="{1EA29DFF-D52A-44B7-AC06-04C79FC397ED}" type="pres">
      <dgm:prSet presAssocID="{F1293085-3173-4505-B687-DFBC4A5790A3}" presName="sibTrans" presStyleCnt="0"/>
      <dgm:spPr/>
    </dgm:pt>
    <dgm:pt modelId="{CD9B8484-6206-4212-B170-1446C46F103D}" type="pres">
      <dgm:prSet presAssocID="{1B63775A-06B5-4678-8C8C-9319005FBD10}" presName="node" presStyleLbl="node1" presStyleIdx="1" presStyleCnt="6">
        <dgm:presLayoutVars>
          <dgm:bulletEnabled val="1"/>
        </dgm:presLayoutVars>
      </dgm:prSet>
      <dgm:spPr/>
    </dgm:pt>
    <dgm:pt modelId="{1303549E-F74C-4079-A8B8-223A0BD7048E}" type="pres">
      <dgm:prSet presAssocID="{B43F092B-35C0-4D8F-83C3-2CF106DB0584}" presName="sibTrans" presStyleCnt="0"/>
      <dgm:spPr/>
    </dgm:pt>
    <dgm:pt modelId="{DBF08E3D-2E71-4BF1-AD64-2A858E11907B}" type="pres">
      <dgm:prSet presAssocID="{2745F050-C2FE-477E-8D75-75BD5FFBCEE3}" presName="node" presStyleLbl="node1" presStyleIdx="2" presStyleCnt="6">
        <dgm:presLayoutVars>
          <dgm:bulletEnabled val="1"/>
        </dgm:presLayoutVars>
      </dgm:prSet>
      <dgm:spPr/>
    </dgm:pt>
    <dgm:pt modelId="{A1AA08F3-5F79-492B-8027-4664800777C6}" type="pres">
      <dgm:prSet presAssocID="{2EA0447F-F37B-4968-BC73-DB5B91121BB9}" presName="sibTrans" presStyleCnt="0"/>
      <dgm:spPr/>
    </dgm:pt>
    <dgm:pt modelId="{5D979AB7-BAD2-47FA-BE50-EB0A298F84DB}" type="pres">
      <dgm:prSet presAssocID="{030A9E0B-FB92-48E9-8C04-1C1321711B14}" presName="node" presStyleLbl="node1" presStyleIdx="3" presStyleCnt="6">
        <dgm:presLayoutVars>
          <dgm:bulletEnabled val="1"/>
        </dgm:presLayoutVars>
      </dgm:prSet>
      <dgm:spPr/>
    </dgm:pt>
    <dgm:pt modelId="{B79CAB68-B85B-4259-BCC2-33F34B34C03D}" type="pres">
      <dgm:prSet presAssocID="{B30DC040-1BEA-4F97-B478-72CC9AA884D0}" presName="sibTrans" presStyleCnt="0"/>
      <dgm:spPr/>
    </dgm:pt>
    <dgm:pt modelId="{2602FF62-CA9C-49D6-8C81-1D6E3568C791}" type="pres">
      <dgm:prSet presAssocID="{1428E014-B9E9-450C-B6CD-02968356F2DB}" presName="node" presStyleLbl="node1" presStyleIdx="4" presStyleCnt="6">
        <dgm:presLayoutVars>
          <dgm:bulletEnabled val="1"/>
        </dgm:presLayoutVars>
      </dgm:prSet>
      <dgm:spPr/>
    </dgm:pt>
    <dgm:pt modelId="{60E738CC-CE56-4E8A-8DC8-29A594D4BB0A}" type="pres">
      <dgm:prSet presAssocID="{0DFBDB4C-754B-4F3C-BB95-259E128ED13E}" presName="sibTrans" presStyleCnt="0"/>
      <dgm:spPr/>
    </dgm:pt>
    <dgm:pt modelId="{7D6104A0-2163-452A-A26E-B626DE947D18}" type="pres">
      <dgm:prSet presAssocID="{2592F339-4E51-4D0F-8CD6-EE3027A15354}" presName="node" presStyleLbl="node1" presStyleIdx="5" presStyleCnt="6">
        <dgm:presLayoutVars>
          <dgm:bulletEnabled val="1"/>
        </dgm:presLayoutVars>
      </dgm:prSet>
      <dgm:spPr/>
    </dgm:pt>
  </dgm:ptLst>
  <dgm:cxnLst>
    <dgm:cxn modelId="{4262BD11-E0BA-43C4-9979-B56E44751DB2}" srcId="{9A10692C-D691-4E8F-98F7-E1FD03DBC429}" destId="{2592F339-4E51-4D0F-8CD6-EE3027A15354}" srcOrd="5" destOrd="0" parTransId="{83FEE1A8-3290-4503-89B1-DB57A46EBBAF}" sibTransId="{D3FD7FC4-8E4C-4972-B93B-3250963BCEE5}"/>
    <dgm:cxn modelId="{FC7E2E22-5777-407C-818F-5E7D7DCF0853}" type="presOf" srcId="{030A9E0B-FB92-48E9-8C04-1C1321711B14}" destId="{5D979AB7-BAD2-47FA-BE50-EB0A298F84DB}" srcOrd="0" destOrd="0" presId="urn:microsoft.com/office/officeart/2005/8/layout/default"/>
    <dgm:cxn modelId="{81400435-1DDA-41DF-AAAD-0F65BC41615A}" type="presOf" srcId="{2745F050-C2FE-477E-8D75-75BD5FFBCEE3}" destId="{DBF08E3D-2E71-4BF1-AD64-2A858E11907B}" srcOrd="0" destOrd="0" presId="urn:microsoft.com/office/officeart/2005/8/layout/default"/>
    <dgm:cxn modelId="{A2789F3F-A2C8-41DB-800A-E593847ADB3E}" type="presOf" srcId="{2592F339-4E51-4D0F-8CD6-EE3027A15354}" destId="{7D6104A0-2163-452A-A26E-B626DE947D18}" srcOrd="0" destOrd="0" presId="urn:microsoft.com/office/officeart/2005/8/layout/default"/>
    <dgm:cxn modelId="{1B3B355F-2CFC-41FC-A5E4-F48A0D429AE6}" type="presOf" srcId="{1428E014-B9E9-450C-B6CD-02968356F2DB}" destId="{2602FF62-CA9C-49D6-8C81-1D6E3568C791}" srcOrd="0" destOrd="0" presId="urn:microsoft.com/office/officeart/2005/8/layout/default"/>
    <dgm:cxn modelId="{143EF059-FB29-4283-8B65-AC235A81122E}" srcId="{9A10692C-D691-4E8F-98F7-E1FD03DBC429}" destId="{1428E014-B9E9-450C-B6CD-02968356F2DB}" srcOrd="4" destOrd="0" parTransId="{43048086-1EE1-465B-ACE9-0B51459EBDC8}" sibTransId="{0DFBDB4C-754B-4F3C-BB95-259E128ED13E}"/>
    <dgm:cxn modelId="{733C1E8C-C813-490B-8FC8-6B959B1235F3}" type="presOf" srcId="{1B63775A-06B5-4678-8C8C-9319005FBD10}" destId="{CD9B8484-6206-4212-B170-1446C46F103D}" srcOrd="0" destOrd="0" presId="urn:microsoft.com/office/officeart/2005/8/layout/default"/>
    <dgm:cxn modelId="{492141BB-1600-4703-89B6-55063D9258E2}" srcId="{9A10692C-D691-4E8F-98F7-E1FD03DBC429}" destId="{1B63775A-06B5-4678-8C8C-9319005FBD10}" srcOrd="1" destOrd="0" parTransId="{099546BF-461F-43C7-A3C5-FB5DF01FAA7A}" sibTransId="{B43F092B-35C0-4D8F-83C3-2CF106DB0584}"/>
    <dgm:cxn modelId="{83D037BD-6189-4C14-BADB-C871D07DFE67}" srcId="{9A10692C-D691-4E8F-98F7-E1FD03DBC429}" destId="{2745F050-C2FE-477E-8D75-75BD5FFBCEE3}" srcOrd="2" destOrd="0" parTransId="{9F83FDFB-8819-4512-92E2-07B15F5243EF}" sibTransId="{2EA0447F-F37B-4968-BC73-DB5B91121BB9}"/>
    <dgm:cxn modelId="{EA7713D8-E91E-4B7D-B4A4-E319E82C02FA}" srcId="{9A10692C-D691-4E8F-98F7-E1FD03DBC429}" destId="{030A9E0B-FB92-48E9-8C04-1C1321711B14}" srcOrd="3" destOrd="0" parTransId="{D3430B45-EB46-42C5-8785-2299213DCE2F}" sibTransId="{B30DC040-1BEA-4F97-B478-72CC9AA884D0}"/>
    <dgm:cxn modelId="{95ABF5E8-D50A-4DDA-BAE7-C801B1975411}" type="presOf" srcId="{9A10692C-D691-4E8F-98F7-E1FD03DBC429}" destId="{EAA2F960-BA0E-41C4-A743-EEF3F98A0174}" srcOrd="0" destOrd="0" presId="urn:microsoft.com/office/officeart/2005/8/layout/default"/>
    <dgm:cxn modelId="{32B504F9-97CE-4135-8253-5E3331221BE1}" srcId="{9A10692C-D691-4E8F-98F7-E1FD03DBC429}" destId="{587DF51B-5333-43B9-8E35-F220F801C139}" srcOrd="0" destOrd="0" parTransId="{4DD9869E-5585-44BF-A969-3FFA0503BBE9}" sibTransId="{F1293085-3173-4505-B687-DFBC4A5790A3}"/>
    <dgm:cxn modelId="{95004EFA-4CA3-4B76-A014-6CE5CF2B4370}" type="presOf" srcId="{587DF51B-5333-43B9-8E35-F220F801C139}" destId="{C24D9040-2752-434E-9756-149B6F27C923}" srcOrd="0" destOrd="0" presId="urn:microsoft.com/office/officeart/2005/8/layout/default"/>
    <dgm:cxn modelId="{F6E0604B-DAEF-4AF3-B8D4-F65E25843E51}" type="presParOf" srcId="{EAA2F960-BA0E-41C4-A743-EEF3F98A0174}" destId="{C24D9040-2752-434E-9756-149B6F27C923}" srcOrd="0" destOrd="0" presId="urn:microsoft.com/office/officeart/2005/8/layout/default"/>
    <dgm:cxn modelId="{872F7E1F-C405-407B-9524-63C53E19B55C}" type="presParOf" srcId="{EAA2F960-BA0E-41C4-A743-EEF3F98A0174}" destId="{1EA29DFF-D52A-44B7-AC06-04C79FC397ED}" srcOrd="1" destOrd="0" presId="urn:microsoft.com/office/officeart/2005/8/layout/default"/>
    <dgm:cxn modelId="{9D7D159C-7E4D-4DE3-AF6E-89089C386938}" type="presParOf" srcId="{EAA2F960-BA0E-41C4-A743-EEF3F98A0174}" destId="{CD9B8484-6206-4212-B170-1446C46F103D}" srcOrd="2" destOrd="0" presId="urn:microsoft.com/office/officeart/2005/8/layout/default"/>
    <dgm:cxn modelId="{4E6D9F7E-948D-4C82-B07E-99D21BEA78B7}" type="presParOf" srcId="{EAA2F960-BA0E-41C4-A743-EEF3F98A0174}" destId="{1303549E-F74C-4079-A8B8-223A0BD7048E}" srcOrd="3" destOrd="0" presId="urn:microsoft.com/office/officeart/2005/8/layout/default"/>
    <dgm:cxn modelId="{86054005-B01F-4056-88AD-B323B6C52A80}" type="presParOf" srcId="{EAA2F960-BA0E-41C4-A743-EEF3F98A0174}" destId="{DBF08E3D-2E71-4BF1-AD64-2A858E11907B}" srcOrd="4" destOrd="0" presId="urn:microsoft.com/office/officeart/2005/8/layout/default"/>
    <dgm:cxn modelId="{70ED0814-7377-4BE6-B929-6DFD8E2D534A}" type="presParOf" srcId="{EAA2F960-BA0E-41C4-A743-EEF3F98A0174}" destId="{A1AA08F3-5F79-492B-8027-4664800777C6}" srcOrd="5" destOrd="0" presId="urn:microsoft.com/office/officeart/2005/8/layout/default"/>
    <dgm:cxn modelId="{F0A90692-FF46-4EDD-91FB-4567C14777DE}" type="presParOf" srcId="{EAA2F960-BA0E-41C4-A743-EEF3F98A0174}" destId="{5D979AB7-BAD2-47FA-BE50-EB0A298F84DB}" srcOrd="6" destOrd="0" presId="urn:microsoft.com/office/officeart/2005/8/layout/default"/>
    <dgm:cxn modelId="{CC4DAA97-62ED-4EA0-9990-1F166DAB1B6A}" type="presParOf" srcId="{EAA2F960-BA0E-41C4-A743-EEF3F98A0174}" destId="{B79CAB68-B85B-4259-BCC2-33F34B34C03D}" srcOrd="7" destOrd="0" presId="urn:microsoft.com/office/officeart/2005/8/layout/default"/>
    <dgm:cxn modelId="{9C639F2E-303E-4BD9-810A-0343ECD78F11}" type="presParOf" srcId="{EAA2F960-BA0E-41C4-A743-EEF3F98A0174}" destId="{2602FF62-CA9C-49D6-8C81-1D6E3568C791}" srcOrd="8" destOrd="0" presId="urn:microsoft.com/office/officeart/2005/8/layout/default"/>
    <dgm:cxn modelId="{F8F443D7-FE69-4152-8882-23B009131342}" type="presParOf" srcId="{EAA2F960-BA0E-41C4-A743-EEF3F98A0174}" destId="{60E738CC-CE56-4E8A-8DC8-29A594D4BB0A}" srcOrd="9" destOrd="0" presId="urn:microsoft.com/office/officeart/2005/8/layout/default"/>
    <dgm:cxn modelId="{8D081279-187D-4681-89AF-C8401EE48C45}" type="presParOf" srcId="{EAA2F960-BA0E-41C4-A743-EEF3F98A0174}" destId="{7D6104A0-2163-452A-A26E-B626DE947D1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754892-B9DD-4725-9939-C4B2C264BB2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613845-B97A-4F75-A617-91F0EB82C22E}">
      <dgm:prSet/>
      <dgm:spPr/>
      <dgm:t>
        <a:bodyPr/>
        <a:lstStyle/>
        <a:p>
          <a:r>
            <a:rPr lang="en-US" dirty="0"/>
            <a:t>• Historia clínica: </a:t>
          </a:r>
          <a:r>
            <a:rPr lang="en-US" dirty="0" err="1"/>
            <a:t>adversidad</a:t>
          </a:r>
          <a:r>
            <a:rPr lang="en-US" dirty="0"/>
            <a:t> </a:t>
          </a:r>
          <a:r>
            <a:rPr lang="en-US" dirty="0" err="1"/>
            <a:t>infantil</a:t>
          </a:r>
          <a:r>
            <a:rPr lang="en-US" dirty="0"/>
            <a:t>, </a:t>
          </a:r>
          <a:r>
            <a:rPr lang="en-US" dirty="0" err="1"/>
            <a:t>intentos</a:t>
          </a:r>
          <a:r>
            <a:rPr lang="en-US" dirty="0"/>
            <a:t> </a:t>
          </a:r>
          <a:r>
            <a:rPr lang="en-US" dirty="0" err="1"/>
            <a:t>previos</a:t>
          </a:r>
          <a:r>
            <a:rPr lang="en-US" dirty="0"/>
            <a:t>, </a:t>
          </a:r>
          <a:r>
            <a:rPr lang="en-US" dirty="0" err="1"/>
            <a:t>historia</a:t>
          </a:r>
          <a:r>
            <a:rPr lang="en-US" dirty="0"/>
            <a:t> familiar.</a:t>
          </a:r>
        </a:p>
      </dgm:t>
    </dgm:pt>
    <dgm:pt modelId="{DFAD88DB-11AC-4F00-AE03-8B5664C5ECD4}" type="parTrans" cxnId="{A8A768DB-DF37-4BC7-B36E-11899969633B}">
      <dgm:prSet/>
      <dgm:spPr/>
      <dgm:t>
        <a:bodyPr/>
        <a:lstStyle/>
        <a:p>
          <a:endParaRPr lang="en-US"/>
        </a:p>
      </dgm:t>
    </dgm:pt>
    <dgm:pt modelId="{E58EFB0F-C6C5-4C9C-B5EF-E7A1B6218453}" type="sibTrans" cxnId="{A8A768DB-DF37-4BC7-B36E-11899969633B}">
      <dgm:prSet/>
      <dgm:spPr/>
      <dgm:t>
        <a:bodyPr/>
        <a:lstStyle/>
        <a:p>
          <a:endParaRPr lang="en-US"/>
        </a:p>
      </dgm:t>
    </dgm:pt>
    <dgm:pt modelId="{8339B4AA-35B3-4B07-94A3-394ABB5A268F}">
      <dgm:prSet/>
      <dgm:spPr/>
      <dgm:t>
        <a:bodyPr/>
        <a:lstStyle/>
        <a:p>
          <a:r>
            <a:rPr lang="en-US"/>
            <a:t>• Evaluación cognitiva y emocional:</a:t>
          </a:r>
        </a:p>
      </dgm:t>
    </dgm:pt>
    <dgm:pt modelId="{167B1407-0343-4B81-A787-009DFA7FD16C}" type="parTrans" cxnId="{056DD202-B657-4A33-89C3-A36B9D3EC6BF}">
      <dgm:prSet/>
      <dgm:spPr/>
      <dgm:t>
        <a:bodyPr/>
        <a:lstStyle/>
        <a:p>
          <a:endParaRPr lang="en-US"/>
        </a:p>
      </dgm:t>
    </dgm:pt>
    <dgm:pt modelId="{D89BB165-B50C-448F-BDAD-F52BC77DBE80}" type="sibTrans" cxnId="{056DD202-B657-4A33-89C3-A36B9D3EC6BF}">
      <dgm:prSet/>
      <dgm:spPr/>
      <dgm:t>
        <a:bodyPr/>
        <a:lstStyle/>
        <a:p>
          <a:endParaRPr lang="en-US"/>
        </a:p>
      </dgm:t>
    </dgm:pt>
    <dgm:pt modelId="{9A6CCC7E-C968-419E-A7BD-238274D78884}">
      <dgm:prSet/>
      <dgm:spPr/>
      <dgm:t>
        <a:bodyPr/>
        <a:lstStyle/>
        <a:p>
          <a:r>
            <a:rPr lang="en-US"/>
            <a:t>- Respuesta a señales sociales</a:t>
          </a:r>
        </a:p>
      </dgm:t>
    </dgm:pt>
    <dgm:pt modelId="{B69F9D32-2394-453B-91A6-A736DE5B6C07}" type="parTrans" cxnId="{3F403787-F892-49F8-9F4D-4C4B98FD7C2C}">
      <dgm:prSet/>
      <dgm:spPr/>
      <dgm:t>
        <a:bodyPr/>
        <a:lstStyle/>
        <a:p>
          <a:endParaRPr lang="en-US"/>
        </a:p>
      </dgm:t>
    </dgm:pt>
    <dgm:pt modelId="{3290839B-5FDD-4C0C-B9DC-EDAF7180DF3F}" type="sibTrans" cxnId="{3F403787-F892-49F8-9F4D-4C4B98FD7C2C}">
      <dgm:prSet/>
      <dgm:spPr/>
      <dgm:t>
        <a:bodyPr/>
        <a:lstStyle/>
        <a:p>
          <a:endParaRPr lang="en-US"/>
        </a:p>
      </dgm:t>
    </dgm:pt>
    <dgm:pt modelId="{B6440465-0269-4F55-98C4-44C082DA4B9A}">
      <dgm:prSet/>
      <dgm:spPr/>
      <dgm:t>
        <a:bodyPr/>
        <a:lstStyle/>
        <a:p>
          <a:r>
            <a:rPr lang="en-US"/>
            <a:t>- Toma de decisiones</a:t>
          </a:r>
        </a:p>
      </dgm:t>
    </dgm:pt>
    <dgm:pt modelId="{34A9EA09-C138-4A11-A312-8A4DF10C2F2F}" type="parTrans" cxnId="{4AA478A2-4A17-4488-A29D-3D63B5DEBAB9}">
      <dgm:prSet/>
      <dgm:spPr/>
      <dgm:t>
        <a:bodyPr/>
        <a:lstStyle/>
        <a:p>
          <a:endParaRPr lang="en-US"/>
        </a:p>
      </dgm:t>
    </dgm:pt>
    <dgm:pt modelId="{6F9F1F7E-9954-4E9C-9861-1685116CB639}" type="sibTrans" cxnId="{4AA478A2-4A17-4488-A29D-3D63B5DEBAB9}">
      <dgm:prSet/>
      <dgm:spPr/>
      <dgm:t>
        <a:bodyPr/>
        <a:lstStyle/>
        <a:p>
          <a:endParaRPr lang="en-US"/>
        </a:p>
      </dgm:t>
    </dgm:pt>
    <dgm:pt modelId="{B48AD379-0A00-4F6C-9DEC-8E2A349E398C}">
      <dgm:prSet/>
      <dgm:spPr/>
      <dgm:t>
        <a:bodyPr/>
        <a:lstStyle/>
        <a:p>
          <a:r>
            <a:rPr lang="en-US"/>
            <a:t>- Intensidad de ideación suicida</a:t>
          </a:r>
        </a:p>
      </dgm:t>
    </dgm:pt>
    <dgm:pt modelId="{3C949F16-7CEE-4CF5-81B3-82FBCAF42DF8}" type="parTrans" cxnId="{BD93854D-FFDB-4DA5-8F0D-9DA13FD58826}">
      <dgm:prSet/>
      <dgm:spPr/>
      <dgm:t>
        <a:bodyPr/>
        <a:lstStyle/>
        <a:p>
          <a:endParaRPr lang="en-US"/>
        </a:p>
      </dgm:t>
    </dgm:pt>
    <dgm:pt modelId="{0A830031-1EE9-4D0E-9EB6-9EDAA0B5D4C1}" type="sibTrans" cxnId="{BD93854D-FFDB-4DA5-8F0D-9DA13FD58826}">
      <dgm:prSet/>
      <dgm:spPr/>
      <dgm:t>
        <a:bodyPr/>
        <a:lstStyle/>
        <a:p>
          <a:endParaRPr lang="en-US"/>
        </a:p>
      </dgm:t>
    </dgm:pt>
    <dgm:pt modelId="{8EF49F3E-E458-4964-B3AB-C6437D28AE76}">
      <dgm:prSet/>
      <dgm:spPr/>
      <dgm:t>
        <a:bodyPr/>
        <a:lstStyle/>
        <a:p>
          <a:r>
            <a:rPr lang="en-US"/>
            <a:t>• Posible uso de biomarcadores y neuroimagen para predicción del riesgo.</a:t>
          </a:r>
        </a:p>
      </dgm:t>
    </dgm:pt>
    <dgm:pt modelId="{E83DE2E2-275B-4662-B656-2999E120DCBE}" type="parTrans" cxnId="{3B0C91FA-7200-4A59-A31F-58C53E6D4757}">
      <dgm:prSet/>
      <dgm:spPr/>
      <dgm:t>
        <a:bodyPr/>
        <a:lstStyle/>
        <a:p>
          <a:endParaRPr lang="en-US"/>
        </a:p>
      </dgm:t>
    </dgm:pt>
    <dgm:pt modelId="{D3A847FA-E471-4835-9834-CBE20D92B2C3}" type="sibTrans" cxnId="{3B0C91FA-7200-4A59-A31F-58C53E6D4757}">
      <dgm:prSet/>
      <dgm:spPr/>
      <dgm:t>
        <a:bodyPr/>
        <a:lstStyle/>
        <a:p>
          <a:endParaRPr lang="en-US"/>
        </a:p>
      </dgm:t>
    </dgm:pt>
    <dgm:pt modelId="{AF08CB16-C319-4412-A0D5-25E87BDCEDE2}" type="pres">
      <dgm:prSet presAssocID="{51754892-B9DD-4725-9939-C4B2C264BB20}" presName="diagram" presStyleCnt="0">
        <dgm:presLayoutVars>
          <dgm:dir/>
          <dgm:resizeHandles val="exact"/>
        </dgm:presLayoutVars>
      </dgm:prSet>
      <dgm:spPr/>
    </dgm:pt>
    <dgm:pt modelId="{632A2758-1B93-4764-A3F2-98873C263FC6}" type="pres">
      <dgm:prSet presAssocID="{9D613845-B97A-4F75-A617-91F0EB82C22E}" presName="node" presStyleLbl="node1" presStyleIdx="0" presStyleCnt="6">
        <dgm:presLayoutVars>
          <dgm:bulletEnabled val="1"/>
        </dgm:presLayoutVars>
      </dgm:prSet>
      <dgm:spPr/>
    </dgm:pt>
    <dgm:pt modelId="{0414EE9B-3BA7-402C-9798-52C0D8E0AE60}" type="pres">
      <dgm:prSet presAssocID="{E58EFB0F-C6C5-4C9C-B5EF-E7A1B6218453}" presName="sibTrans" presStyleCnt="0"/>
      <dgm:spPr/>
    </dgm:pt>
    <dgm:pt modelId="{DD9B52C5-B7D8-47E1-BA7A-A5E31A940CD5}" type="pres">
      <dgm:prSet presAssocID="{8339B4AA-35B3-4B07-94A3-394ABB5A268F}" presName="node" presStyleLbl="node1" presStyleIdx="1" presStyleCnt="6">
        <dgm:presLayoutVars>
          <dgm:bulletEnabled val="1"/>
        </dgm:presLayoutVars>
      </dgm:prSet>
      <dgm:spPr/>
    </dgm:pt>
    <dgm:pt modelId="{6B44C88C-9D5D-4C34-9E3D-6AC8E81C23ED}" type="pres">
      <dgm:prSet presAssocID="{D89BB165-B50C-448F-BDAD-F52BC77DBE80}" presName="sibTrans" presStyleCnt="0"/>
      <dgm:spPr/>
    </dgm:pt>
    <dgm:pt modelId="{61D48C75-6B5F-4EE9-9AC3-F8A0A0A8458B}" type="pres">
      <dgm:prSet presAssocID="{9A6CCC7E-C968-419E-A7BD-238274D78884}" presName="node" presStyleLbl="node1" presStyleIdx="2" presStyleCnt="6">
        <dgm:presLayoutVars>
          <dgm:bulletEnabled val="1"/>
        </dgm:presLayoutVars>
      </dgm:prSet>
      <dgm:spPr/>
    </dgm:pt>
    <dgm:pt modelId="{6620DCE0-C416-416C-8C9F-E548C3FD745D}" type="pres">
      <dgm:prSet presAssocID="{3290839B-5FDD-4C0C-B9DC-EDAF7180DF3F}" presName="sibTrans" presStyleCnt="0"/>
      <dgm:spPr/>
    </dgm:pt>
    <dgm:pt modelId="{176C65C4-706F-4C5B-A89C-29ACC223C86D}" type="pres">
      <dgm:prSet presAssocID="{B6440465-0269-4F55-98C4-44C082DA4B9A}" presName="node" presStyleLbl="node1" presStyleIdx="3" presStyleCnt="6">
        <dgm:presLayoutVars>
          <dgm:bulletEnabled val="1"/>
        </dgm:presLayoutVars>
      </dgm:prSet>
      <dgm:spPr/>
    </dgm:pt>
    <dgm:pt modelId="{6A65FC4E-90D4-439D-94E8-8818C1FFD0BB}" type="pres">
      <dgm:prSet presAssocID="{6F9F1F7E-9954-4E9C-9861-1685116CB639}" presName="sibTrans" presStyleCnt="0"/>
      <dgm:spPr/>
    </dgm:pt>
    <dgm:pt modelId="{F94D73C5-C46E-4991-AABC-C0260EC7C4E7}" type="pres">
      <dgm:prSet presAssocID="{B48AD379-0A00-4F6C-9DEC-8E2A349E398C}" presName="node" presStyleLbl="node1" presStyleIdx="4" presStyleCnt="6">
        <dgm:presLayoutVars>
          <dgm:bulletEnabled val="1"/>
        </dgm:presLayoutVars>
      </dgm:prSet>
      <dgm:spPr/>
    </dgm:pt>
    <dgm:pt modelId="{DDCBE2D7-9A3E-45C7-AF0C-883899E45723}" type="pres">
      <dgm:prSet presAssocID="{0A830031-1EE9-4D0E-9EB6-9EDAA0B5D4C1}" presName="sibTrans" presStyleCnt="0"/>
      <dgm:spPr/>
    </dgm:pt>
    <dgm:pt modelId="{22C578E1-FEC5-40A0-9C9C-2F6B40674133}" type="pres">
      <dgm:prSet presAssocID="{8EF49F3E-E458-4964-B3AB-C6437D28AE76}" presName="node" presStyleLbl="node1" presStyleIdx="5" presStyleCnt="6">
        <dgm:presLayoutVars>
          <dgm:bulletEnabled val="1"/>
        </dgm:presLayoutVars>
      </dgm:prSet>
      <dgm:spPr/>
    </dgm:pt>
  </dgm:ptLst>
  <dgm:cxnLst>
    <dgm:cxn modelId="{056DD202-B657-4A33-89C3-A36B9D3EC6BF}" srcId="{51754892-B9DD-4725-9939-C4B2C264BB20}" destId="{8339B4AA-35B3-4B07-94A3-394ABB5A268F}" srcOrd="1" destOrd="0" parTransId="{167B1407-0343-4B81-A787-009DFA7FD16C}" sibTransId="{D89BB165-B50C-448F-BDAD-F52BC77DBE80}"/>
    <dgm:cxn modelId="{0F93E218-593C-412C-BAED-35A551D728D1}" type="presOf" srcId="{B48AD379-0A00-4F6C-9DEC-8E2A349E398C}" destId="{F94D73C5-C46E-4991-AABC-C0260EC7C4E7}" srcOrd="0" destOrd="0" presId="urn:microsoft.com/office/officeart/2005/8/layout/default"/>
    <dgm:cxn modelId="{A72C223B-CD9A-4940-9986-2A7DA78407B1}" type="presOf" srcId="{8EF49F3E-E458-4964-B3AB-C6437D28AE76}" destId="{22C578E1-FEC5-40A0-9C9C-2F6B40674133}" srcOrd="0" destOrd="0" presId="urn:microsoft.com/office/officeart/2005/8/layout/default"/>
    <dgm:cxn modelId="{BD93854D-FFDB-4DA5-8F0D-9DA13FD58826}" srcId="{51754892-B9DD-4725-9939-C4B2C264BB20}" destId="{B48AD379-0A00-4F6C-9DEC-8E2A349E398C}" srcOrd="4" destOrd="0" parTransId="{3C949F16-7CEE-4CF5-81B3-82FBCAF42DF8}" sibTransId="{0A830031-1EE9-4D0E-9EB6-9EDAA0B5D4C1}"/>
    <dgm:cxn modelId="{3DC41B7B-65C5-416D-A4C8-94C35E69CD62}" type="presOf" srcId="{9D613845-B97A-4F75-A617-91F0EB82C22E}" destId="{632A2758-1B93-4764-A3F2-98873C263FC6}" srcOrd="0" destOrd="0" presId="urn:microsoft.com/office/officeart/2005/8/layout/default"/>
    <dgm:cxn modelId="{A172F37D-D7D9-4279-93C1-5F67E4087EBF}" type="presOf" srcId="{9A6CCC7E-C968-419E-A7BD-238274D78884}" destId="{61D48C75-6B5F-4EE9-9AC3-F8A0A0A8458B}" srcOrd="0" destOrd="0" presId="urn:microsoft.com/office/officeart/2005/8/layout/default"/>
    <dgm:cxn modelId="{7CEB4B81-7FE2-47BD-A0DB-78006D4C84B5}" type="presOf" srcId="{8339B4AA-35B3-4B07-94A3-394ABB5A268F}" destId="{DD9B52C5-B7D8-47E1-BA7A-A5E31A940CD5}" srcOrd="0" destOrd="0" presId="urn:microsoft.com/office/officeart/2005/8/layout/default"/>
    <dgm:cxn modelId="{3F403787-F892-49F8-9F4D-4C4B98FD7C2C}" srcId="{51754892-B9DD-4725-9939-C4B2C264BB20}" destId="{9A6CCC7E-C968-419E-A7BD-238274D78884}" srcOrd="2" destOrd="0" parTransId="{B69F9D32-2394-453B-91A6-A736DE5B6C07}" sibTransId="{3290839B-5FDD-4C0C-B9DC-EDAF7180DF3F}"/>
    <dgm:cxn modelId="{4AA478A2-4A17-4488-A29D-3D63B5DEBAB9}" srcId="{51754892-B9DD-4725-9939-C4B2C264BB20}" destId="{B6440465-0269-4F55-98C4-44C082DA4B9A}" srcOrd="3" destOrd="0" parTransId="{34A9EA09-C138-4A11-A312-8A4DF10C2F2F}" sibTransId="{6F9F1F7E-9954-4E9C-9861-1685116CB639}"/>
    <dgm:cxn modelId="{442FC0B7-FCDA-421F-9DCE-0D969E7BC1BB}" type="presOf" srcId="{51754892-B9DD-4725-9939-C4B2C264BB20}" destId="{AF08CB16-C319-4412-A0D5-25E87BDCEDE2}" srcOrd="0" destOrd="0" presId="urn:microsoft.com/office/officeart/2005/8/layout/default"/>
    <dgm:cxn modelId="{A8A768DB-DF37-4BC7-B36E-11899969633B}" srcId="{51754892-B9DD-4725-9939-C4B2C264BB20}" destId="{9D613845-B97A-4F75-A617-91F0EB82C22E}" srcOrd="0" destOrd="0" parTransId="{DFAD88DB-11AC-4F00-AE03-8B5664C5ECD4}" sibTransId="{E58EFB0F-C6C5-4C9C-B5EF-E7A1B6218453}"/>
    <dgm:cxn modelId="{640568DF-2067-4B6D-A3EE-D5B5752CC5DF}" type="presOf" srcId="{B6440465-0269-4F55-98C4-44C082DA4B9A}" destId="{176C65C4-706F-4C5B-A89C-29ACC223C86D}" srcOrd="0" destOrd="0" presId="urn:microsoft.com/office/officeart/2005/8/layout/default"/>
    <dgm:cxn modelId="{3B0C91FA-7200-4A59-A31F-58C53E6D4757}" srcId="{51754892-B9DD-4725-9939-C4B2C264BB20}" destId="{8EF49F3E-E458-4964-B3AB-C6437D28AE76}" srcOrd="5" destOrd="0" parTransId="{E83DE2E2-275B-4662-B656-2999E120DCBE}" sibTransId="{D3A847FA-E471-4835-9834-CBE20D92B2C3}"/>
    <dgm:cxn modelId="{0A79958C-4C64-46E7-9C41-8BE19A1A5D69}" type="presParOf" srcId="{AF08CB16-C319-4412-A0D5-25E87BDCEDE2}" destId="{632A2758-1B93-4764-A3F2-98873C263FC6}" srcOrd="0" destOrd="0" presId="urn:microsoft.com/office/officeart/2005/8/layout/default"/>
    <dgm:cxn modelId="{76BD5BBA-3639-43B2-97DA-DF9E6F895405}" type="presParOf" srcId="{AF08CB16-C319-4412-A0D5-25E87BDCEDE2}" destId="{0414EE9B-3BA7-402C-9798-52C0D8E0AE60}" srcOrd="1" destOrd="0" presId="urn:microsoft.com/office/officeart/2005/8/layout/default"/>
    <dgm:cxn modelId="{E5F6AD94-4CF5-4B9D-9BE1-11750746777C}" type="presParOf" srcId="{AF08CB16-C319-4412-A0D5-25E87BDCEDE2}" destId="{DD9B52C5-B7D8-47E1-BA7A-A5E31A940CD5}" srcOrd="2" destOrd="0" presId="urn:microsoft.com/office/officeart/2005/8/layout/default"/>
    <dgm:cxn modelId="{FBCAB45D-54A7-44FF-A131-05884BE7A7DF}" type="presParOf" srcId="{AF08CB16-C319-4412-A0D5-25E87BDCEDE2}" destId="{6B44C88C-9D5D-4C34-9E3D-6AC8E81C23ED}" srcOrd="3" destOrd="0" presId="urn:microsoft.com/office/officeart/2005/8/layout/default"/>
    <dgm:cxn modelId="{BF82D27C-F2EF-4EAD-A7AF-DCF0041C7C3B}" type="presParOf" srcId="{AF08CB16-C319-4412-A0D5-25E87BDCEDE2}" destId="{61D48C75-6B5F-4EE9-9AC3-F8A0A0A8458B}" srcOrd="4" destOrd="0" presId="urn:microsoft.com/office/officeart/2005/8/layout/default"/>
    <dgm:cxn modelId="{7C16A075-82C7-44CD-AC5E-94251A49A416}" type="presParOf" srcId="{AF08CB16-C319-4412-A0D5-25E87BDCEDE2}" destId="{6620DCE0-C416-416C-8C9F-E548C3FD745D}" srcOrd="5" destOrd="0" presId="urn:microsoft.com/office/officeart/2005/8/layout/default"/>
    <dgm:cxn modelId="{582CB47C-72D3-48C4-AF4C-0D9094207B26}" type="presParOf" srcId="{AF08CB16-C319-4412-A0D5-25E87BDCEDE2}" destId="{176C65C4-706F-4C5B-A89C-29ACC223C86D}" srcOrd="6" destOrd="0" presId="urn:microsoft.com/office/officeart/2005/8/layout/default"/>
    <dgm:cxn modelId="{65C8257F-02A1-4525-A3FD-8D79C254E160}" type="presParOf" srcId="{AF08CB16-C319-4412-A0D5-25E87BDCEDE2}" destId="{6A65FC4E-90D4-439D-94E8-8818C1FFD0BB}" srcOrd="7" destOrd="0" presId="urn:microsoft.com/office/officeart/2005/8/layout/default"/>
    <dgm:cxn modelId="{4B32A55D-607E-4EA2-99B0-BCCE45E74FDA}" type="presParOf" srcId="{AF08CB16-C319-4412-A0D5-25E87BDCEDE2}" destId="{F94D73C5-C46E-4991-AABC-C0260EC7C4E7}" srcOrd="8" destOrd="0" presId="urn:microsoft.com/office/officeart/2005/8/layout/default"/>
    <dgm:cxn modelId="{AFE97419-975E-4C63-B17E-8AA235C95C5B}" type="presParOf" srcId="{AF08CB16-C319-4412-A0D5-25E87BDCEDE2}" destId="{DDCBE2D7-9A3E-45C7-AF0C-883899E45723}" srcOrd="9" destOrd="0" presId="urn:microsoft.com/office/officeart/2005/8/layout/default"/>
    <dgm:cxn modelId="{8AD43D04-B2C8-4467-97E7-CC2587ACE214}" type="presParOf" srcId="{AF08CB16-C319-4412-A0D5-25E87BDCEDE2}" destId="{22C578E1-FEC5-40A0-9C9C-2F6B4067413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B80C34-8458-455D-A6CB-F0443688EFF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B0040D9-DA9E-4FD4-851B-61B6E078075C}">
      <dgm:prSet/>
      <dgm:spPr/>
      <dgm:t>
        <a:bodyPr/>
        <a:lstStyle/>
        <a:p>
          <a:r>
            <a:rPr lang="es-MX"/>
            <a:t>Tratamiento agudo:</a:t>
          </a:r>
          <a:endParaRPr lang="en-US"/>
        </a:p>
      </dgm:t>
    </dgm:pt>
    <dgm:pt modelId="{6D7B985A-74DC-49CE-A889-505801108CF5}" type="parTrans" cxnId="{C5D91DCE-E1DE-4884-8B8A-A04519CC8876}">
      <dgm:prSet/>
      <dgm:spPr/>
      <dgm:t>
        <a:bodyPr/>
        <a:lstStyle/>
        <a:p>
          <a:endParaRPr lang="en-US"/>
        </a:p>
      </dgm:t>
    </dgm:pt>
    <dgm:pt modelId="{5F96E1DC-EFEE-42FE-AD77-E2B0F9E8BE6B}" type="sibTrans" cxnId="{C5D91DCE-E1DE-4884-8B8A-A04519CC8876}">
      <dgm:prSet/>
      <dgm:spPr/>
      <dgm:t>
        <a:bodyPr/>
        <a:lstStyle/>
        <a:p>
          <a:endParaRPr lang="en-US"/>
        </a:p>
      </dgm:t>
    </dgm:pt>
    <dgm:pt modelId="{D0A1962C-C9E7-4E5A-B22B-D4839C3ED1DE}">
      <dgm:prSet/>
      <dgm:spPr/>
      <dgm:t>
        <a:bodyPr/>
        <a:lstStyle/>
        <a:p>
          <a:r>
            <a:rPr lang="es-MX"/>
            <a:t>• ECT en depresión resistente</a:t>
          </a:r>
          <a:endParaRPr lang="en-US"/>
        </a:p>
      </dgm:t>
    </dgm:pt>
    <dgm:pt modelId="{8DE3A869-E75D-49F4-AA58-CAC22ED0037D}" type="parTrans" cxnId="{23E4DB29-F1F9-417D-AA70-7A8F18F7411C}">
      <dgm:prSet/>
      <dgm:spPr/>
      <dgm:t>
        <a:bodyPr/>
        <a:lstStyle/>
        <a:p>
          <a:endParaRPr lang="en-US"/>
        </a:p>
      </dgm:t>
    </dgm:pt>
    <dgm:pt modelId="{1F9278F1-73ED-4352-AA0B-8FE7DDB8C8A3}" type="sibTrans" cxnId="{23E4DB29-F1F9-417D-AA70-7A8F18F7411C}">
      <dgm:prSet/>
      <dgm:spPr/>
      <dgm:t>
        <a:bodyPr/>
        <a:lstStyle/>
        <a:p>
          <a:endParaRPr lang="en-US"/>
        </a:p>
      </dgm:t>
    </dgm:pt>
    <dgm:pt modelId="{0D246209-DE5F-44E0-A9F5-A0EE9AD07A78}">
      <dgm:prSet/>
      <dgm:spPr/>
      <dgm:t>
        <a:bodyPr/>
        <a:lstStyle/>
        <a:p>
          <a:r>
            <a:rPr lang="es-MX"/>
            <a:t>• Ketamina subanestésica → efecto rápido antisuicida</a:t>
          </a:r>
          <a:endParaRPr lang="en-US"/>
        </a:p>
      </dgm:t>
    </dgm:pt>
    <dgm:pt modelId="{36E92184-9708-42F7-BAAE-A9D1A76BF13B}" type="parTrans" cxnId="{375372C4-6C7D-4A8D-BE3F-F8390F30506E}">
      <dgm:prSet/>
      <dgm:spPr/>
      <dgm:t>
        <a:bodyPr/>
        <a:lstStyle/>
        <a:p>
          <a:endParaRPr lang="en-US"/>
        </a:p>
      </dgm:t>
    </dgm:pt>
    <dgm:pt modelId="{7774689E-0914-4D7D-B7B5-D6CE9388B787}" type="sibTrans" cxnId="{375372C4-6C7D-4A8D-BE3F-F8390F30506E}">
      <dgm:prSet/>
      <dgm:spPr/>
      <dgm:t>
        <a:bodyPr/>
        <a:lstStyle/>
        <a:p>
          <a:endParaRPr lang="en-US"/>
        </a:p>
      </dgm:t>
    </dgm:pt>
    <dgm:pt modelId="{86011A74-E169-4019-871E-67AA18DABCBA}">
      <dgm:prSet/>
      <dgm:spPr/>
      <dgm:t>
        <a:bodyPr/>
        <a:lstStyle/>
        <a:p>
          <a:r>
            <a:rPr lang="es-MX"/>
            <a:t>Fármacos antisuicidas:</a:t>
          </a:r>
          <a:endParaRPr lang="en-US"/>
        </a:p>
      </dgm:t>
    </dgm:pt>
    <dgm:pt modelId="{963DE4DC-FE2C-42F7-BB37-67E733F17E75}" type="parTrans" cxnId="{9038D841-F39E-4508-8FB1-A48CF5D3C97A}">
      <dgm:prSet/>
      <dgm:spPr/>
      <dgm:t>
        <a:bodyPr/>
        <a:lstStyle/>
        <a:p>
          <a:endParaRPr lang="en-US"/>
        </a:p>
      </dgm:t>
    </dgm:pt>
    <dgm:pt modelId="{AB104CB8-74DB-4EBD-9F88-B982AD2F38F1}" type="sibTrans" cxnId="{9038D841-F39E-4508-8FB1-A48CF5D3C97A}">
      <dgm:prSet/>
      <dgm:spPr/>
      <dgm:t>
        <a:bodyPr/>
        <a:lstStyle/>
        <a:p>
          <a:endParaRPr lang="en-US"/>
        </a:p>
      </dgm:t>
    </dgm:pt>
    <dgm:pt modelId="{D30D9D85-41D0-4ACC-B7AB-65154D096A3F}">
      <dgm:prSet/>
      <dgm:spPr/>
      <dgm:t>
        <a:bodyPr/>
        <a:lstStyle/>
        <a:p>
          <a:r>
            <a:rPr lang="es-MX"/>
            <a:t>• ISRS, litio, clozapina</a:t>
          </a:r>
          <a:endParaRPr lang="en-US"/>
        </a:p>
      </dgm:t>
    </dgm:pt>
    <dgm:pt modelId="{4AEF420A-6240-4855-9A1D-6CB15D426009}" type="parTrans" cxnId="{D4646A68-A9CD-4F35-873B-7C634B473F58}">
      <dgm:prSet/>
      <dgm:spPr/>
      <dgm:t>
        <a:bodyPr/>
        <a:lstStyle/>
        <a:p>
          <a:endParaRPr lang="en-US"/>
        </a:p>
      </dgm:t>
    </dgm:pt>
    <dgm:pt modelId="{20782036-42BC-424F-87FD-B8A67C602E8C}" type="sibTrans" cxnId="{D4646A68-A9CD-4F35-873B-7C634B473F58}">
      <dgm:prSet/>
      <dgm:spPr/>
      <dgm:t>
        <a:bodyPr/>
        <a:lstStyle/>
        <a:p>
          <a:endParaRPr lang="en-US"/>
        </a:p>
      </dgm:t>
    </dgm:pt>
    <dgm:pt modelId="{CB4743CC-6031-426F-A60E-32321504975D}">
      <dgm:prSet/>
      <dgm:spPr/>
      <dgm:t>
        <a:bodyPr/>
        <a:lstStyle/>
        <a:p>
          <a:r>
            <a:rPr lang="es-MX"/>
            <a:t>Intervenciones futuras:</a:t>
          </a:r>
          <a:endParaRPr lang="en-US"/>
        </a:p>
      </dgm:t>
    </dgm:pt>
    <dgm:pt modelId="{001821C9-AF11-4B02-97DB-92BA11CEED08}" type="parTrans" cxnId="{42365FEA-9626-41BF-AA3D-693FCF2C2EF7}">
      <dgm:prSet/>
      <dgm:spPr/>
      <dgm:t>
        <a:bodyPr/>
        <a:lstStyle/>
        <a:p>
          <a:endParaRPr lang="en-US"/>
        </a:p>
      </dgm:t>
    </dgm:pt>
    <dgm:pt modelId="{4F4CC7FB-BECF-4581-93B7-8A3EDF1979EC}" type="sibTrans" cxnId="{42365FEA-9626-41BF-AA3D-693FCF2C2EF7}">
      <dgm:prSet/>
      <dgm:spPr/>
      <dgm:t>
        <a:bodyPr/>
        <a:lstStyle/>
        <a:p>
          <a:endParaRPr lang="en-US"/>
        </a:p>
      </dgm:t>
    </dgm:pt>
    <dgm:pt modelId="{78705D90-20D0-4201-B0AC-154C55548931}">
      <dgm:prSet/>
      <dgm:spPr/>
      <dgm:t>
        <a:bodyPr/>
        <a:lstStyle/>
        <a:p>
          <a:r>
            <a:rPr lang="es-MX"/>
            <a:t>• TMS en corteza dorsolateral</a:t>
          </a:r>
          <a:endParaRPr lang="en-US"/>
        </a:p>
      </dgm:t>
    </dgm:pt>
    <dgm:pt modelId="{62AC66B6-2D2B-4337-861B-6EA0DAD059CE}" type="parTrans" cxnId="{45AB9C12-9EAF-491D-AC57-A1A9F1B3D5C8}">
      <dgm:prSet/>
      <dgm:spPr/>
      <dgm:t>
        <a:bodyPr/>
        <a:lstStyle/>
        <a:p>
          <a:endParaRPr lang="en-US"/>
        </a:p>
      </dgm:t>
    </dgm:pt>
    <dgm:pt modelId="{E5AF613C-D6CB-44C5-9990-9B501470BBDC}" type="sibTrans" cxnId="{45AB9C12-9EAF-491D-AC57-A1A9F1B3D5C8}">
      <dgm:prSet/>
      <dgm:spPr/>
      <dgm:t>
        <a:bodyPr/>
        <a:lstStyle/>
        <a:p>
          <a:endParaRPr lang="en-US"/>
        </a:p>
      </dgm:t>
    </dgm:pt>
    <dgm:pt modelId="{95BBC622-0CA2-4DDA-9762-4377954FA482}">
      <dgm:prSet/>
      <dgm:spPr/>
      <dgm:t>
        <a:bodyPr/>
        <a:lstStyle/>
        <a:p>
          <a:r>
            <a:rPr lang="es-MX"/>
            <a:t>• Nuevos fármacos neuroprotectores, moduladores HPA</a:t>
          </a:r>
          <a:endParaRPr lang="en-US"/>
        </a:p>
      </dgm:t>
    </dgm:pt>
    <dgm:pt modelId="{FDEBB2B4-C2CC-4624-A760-B1CA887DC3D5}" type="parTrans" cxnId="{15076F84-31E0-483C-8531-1A7A9073463D}">
      <dgm:prSet/>
      <dgm:spPr/>
      <dgm:t>
        <a:bodyPr/>
        <a:lstStyle/>
        <a:p>
          <a:endParaRPr lang="en-US"/>
        </a:p>
      </dgm:t>
    </dgm:pt>
    <dgm:pt modelId="{EF16B930-4C40-4F49-8670-27A2AF5CE997}" type="sibTrans" cxnId="{15076F84-31E0-483C-8531-1A7A9073463D}">
      <dgm:prSet/>
      <dgm:spPr/>
      <dgm:t>
        <a:bodyPr/>
        <a:lstStyle/>
        <a:p>
          <a:endParaRPr lang="en-US"/>
        </a:p>
      </dgm:t>
    </dgm:pt>
    <dgm:pt modelId="{D1BCD992-2591-4501-91E7-C750711BEF6D}">
      <dgm:prSet/>
      <dgm:spPr/>
      <dgm:t>
        <a:bodyPr/>
        <a:lstStyle/>
        <a:p>
          <a:r>
            <a:rPr lang="es-MX"/>
            <a:t>• Estrategias personalizadas basadas en neuroimagen y genómica</a:t>
          </a:r>
          <a:endParaRPr lang="en-US"/>
        </a:p>
      </dgm:t>
    </dgm:pt>
    <dgm:pt modelId="{ACF6CEAD-A268-494D-AAA4-99956574CD2B}" type="parTrans" cxnId="{9FC6611A-535A-4EC1-8ACB-4ED401F5AB6F}">
      <dgm:prSet/>
      <dgm:spPr/>
      <dgm:t>
        <a:bodyPr/>
        <a:lstStyle/>
        <a:p>
          <a:endParaRPr lang="en-US"/>
        </a:p>
      </dgm:t>
    </dgm:pt>
    <dgm:pt modelId="{F431E703-777E-4A6A-B5C6-5B24D8B54CB6}" type="sibTrans" cxnId="{9FC6611A-535A-4EC1-8ACB-4ED401F5AB6F}">
      <dgm:prSet/>
      <dgm:spPr/>
      <dgm:t>
        <a:bodyPr/>
        <a:lstStyle/>
        <a:p>
          <a:endParaRPr lang="en-US"/>
        </a:p>
      </dgm:t>
    </dgm:pt>
    <dgm:pt modelId="{7FF171E3-8A96-4246-AFFA-A4653433D218}" type="pres">
      <dgm:prSet presAssocID="{03B80C34-8458-455D-A6CB-F0443688EFF7}" presName="diagram" presStyleCnt="0">
        <dgm:presLayoutVars>
          <dgm:dir/>
          <dgm:resizeHandles val="exact"/>
        </dgm:presLayoutVars>
      </dgm:prSet>
      <dgm:spPr/>
    </dgm:pt>
    <dgm:pt modelId="{13CF4C62-76AC-4F7F-BC67-0E95DD855F3B}" type="pres">
      <dgm:prSet presAssocID="{AB0040D9-DA9E-4FD4-851B-61B6E078075C}" presName="node" presStyleLbl="node1" presStyleIdx="0" presStyleCnt="9">
        <dgm:presLayoutVars>
          <dgm:bulletEnabled val="1"/>
        </dgm:presLayoutVars>
      </dgm:prSet>
      <dgm:spPr/>
    </dgm:pt>
    <dgm:pt modelId="{9FDC5E80-62A8-41EB-B6AD-8722524F1C12}" type="pres">
      <dgm:prSet presAssocID="{5F96E1DC-EFEE-42FE-AD77-E2B0F9E8BE6B}" presName="sibTrans" presStyleCnt="0"/>
      <dgm:spPr/>
    </dgm:pt>
    <dgm:pt modelId="{0295D0D1-3064-495B-B86D-29BF38066853}" type="pres">
      <dgm:prSet presAssocID="{D0A1962C-C9E7-4E5A-B22B-D4839C3ED1DE}" presName="node" presStyleLbl="node1" presStyleIdx="1" presStyleCnt="9">
        <dgm:presLayoutVars>
          <dgm:bulletEnabled val="1"/>
        </dgm:presLayoutVars>
      </dgm:prSet>
      <dgm:spPr/>
    </dgm:pt>
    <dgm:pt modelId="{81361BDA-261C-46D7-859A-E9624CB351AA}" type="pres">
      <dgm:prSet presAssocID="{1F9278F1-73ED-4352-AA0B-8FE7DDB8C8A3}" presName="sibTrans" presStyleCnt="0"/>
      <dgm:spPr/>
    </dgm:pt>
    <dgm:pt modelId="{DD6490B5-F146-4EC1-9B89-A829BDA2A58C}" type="pres">
      <dgm:prSet presAssocID="{0D246209-DE5F-44E0-A9F5-A0EE9AD07A78}" presName="node" presStyleLbl="node1" presStyleIdx="2" presStyleCnt="9">
        <dgm:presLayoutVars>
          <dgm:bulletEnabled val="1"/>
        </dgm:presLayoutVars>
      </dgm:prSet>
      <dgm:spPr/>
    </dgm:pt>
    <dgm:pt modelId="{6C14A416-60C5-4FB7-9B41-A15C03C618E7}" type="pres">
      <dgm:prSet presAssocID="{7774689E-0914-4D7D-B7B5-D6CE9388B787}" presName="sibTrans" presStyleCnt="0"/>
      <dgm:spPr/>
    </dgm:pt>
    <dgm:pt modelId="{0414F0A9-A73F-4467-B6C2-7B9FB6F72B5A}" type="pres">
      <dgm:prSet presAssocID="{86011A74-E169-4019-871E-67AA18DABCBA}" presName="node" presStyleLbl="node1" presStyleIdx="3" presStyleCnt="9">
        <dgm:presLayoutVars>
          <dgm:bulletEnabled val="1"/>
        </dgm:presLayoutVars>
      </dgm:prSet>
      <dgm:spPr/>
    </dgm:pt>
    <dgm:pt modelId="{072D6A91-D2EF-4A15-AF25-0C3189D4550F}" type="pres">
      <dgm:prSet presAssocID="{AB104CB8-74DB-4EBD-9F88-B982AD2F38F1}" presName="sibTrans" presStyleCnt="0"/>
      <dgm:spPr/>
    </dgm:pt>
    <dgm:pt modelId="{4864122E-833B-486F-9544-3F0CC60FF655}" type="pres">
      <dgm:prSet presAssocID="{D30D9D85-41D0-4ACC-B7AB-65154D096A3F}" presName="node" presStyleLbl="node1" presStyleIdx="4" presStyleCnt="9">
        <dgm:presLayoutVars>
          <dgm:bulletEnabled val="1"/>
        </dgm:presLayoutVars>
      </dgm:prSet>
      <dgm:spPr/>
    </dgm:pt>
    <dgm:pt modelId="{1CFC392F-0EBA-41D4-9C08-FD62C4A71336}" type="pres">
      <dgm:prSet presAssocID="{20782036-42BC-424F-87FD-B8A67C602E8C}" presName="sibTrans" presStyleCnt="0"/>
      <dgm:spPr/>
    </dgm:pt>
    <dgm:pt modelId="{5EC808A2-4783-412D-87E5-CC82ADACB97E}" type="pres">
      <dgm:prSet presAssocID="{CB4743CC-6031-426F-A60E-32321504975D}" presName="node" presStyleLbl="node1" presStyleIdx="5" presStyleCnt="9">
        <dgm:presLayoutVars>
          <dgm:bulletEnabled val="1"/>
        </dgm:presLayoutVars>
      </dgm:prSet>
      <dgm:spPr/>
    </dgm:pt>
    <dgm:pt modelId="{DB60C282-F2A4-48CA-B3C2-8B23A673D024}" type="pres">
      <dgm:prSet presAssocID="{4F4CC7FB-BECF-4581-93B7-8A3EDF1979EC}" presName="sibTrans" presStyleCnt="0"/>
      <dgm:spPr/>
    </dgm:pt>
    <dgm:pt modelId="{472652B8-EB78-476A-8107-590A74B02967}" type="pres">
      <dgm:prSet presAssocID="{78705D90-20D0-4201-B0AC-154C55548931}" presName="node" presStyleLbl="node1" presStyleIdx="6" presStyleCnt="9">
        <dgm:presLayoutVars>
          <dgm:bulletEnabled val="1"/>
        </dgm:presLayoutVars>
      </dgm:prSet>
      <dgm:spPr/>
    </dgm:pt>
    <dgm:pt modelId="{9AA5BA17-4CE8-4818-B79E-1DBA62399A45}" type="pres">
      <dgm:prSet presAssocID="{E5AF613C-D6CB-44C5-9990-9B501470BBDC}" presName="sibTrans" presStyleCnt="0"/>
      <dgm:spPr/>
    </dgm:pt>
    <dgm:pt modelId="{6F55F9A5-5640-4EED-9E44-4920AC08C243}" type="pres">
      <dgm:prSet presAssocID="{95BBC622-0CA2-4DDA-9762-4377954FA482}" presName="node" presStyleLbl="node1" presStyleIdx="7" presStyleCnt="9">
        <dgm:presLayoutVars>
          <dgm:bulletEnabled val="1"/>
        </dgm:presLayoutVars>
      </dgm:prSet>
      <dgm:spPr/>
    </dgm:pt>
    <dgm:pt modelId="{25182484-B615-43DC-B706-A90E947D115B}" type="pres">
      <dgm:prSet presAssocID="{EF16B930-4C40-4F49-8670-27A2AF5CE997}" presName="sibTrans" presStyleCnt="0"/>
      <dgm:spPr/>
    </dgm:pt>
    <dgm:pt modelId="{1BB9DA7B-00B7-4319-879B-B7686824357F}" type="pres">
      <dgm:prSet presAssocID="{D1BCD992-2591-4501-91E7-C750711BEF6D}" presName="node" presStyleLbl="node1" presStyleIdx="8" presStyleCnt="9">
        <dgm:presLayoutVars>
          <dgm:bulletEnabled val="1"/>
        </dgm:presLayoutVars>
      </dgm:prSet>
      <dgm:spPr/>
    </dgm:pt>
  </dgm:ptLst>
  <dgm:cxnLst>
    <dgm:cxn modelId="{45AB9C12-9EAF-491D-AC57-A1A9F1B3D5C8}" srcId="{03B80C34-8458-455D-A6CB-F0443688EFF7}" destId="{78705D90-20D0-4201-B0AC-154C55548931}" srcOrd="6" destOrd="0" parTransId="{62AC66B6-2D2B-4337-861B-6EA0DAD059CE}" sibTransId="{E5AF613C-D6CB-44C5-9990-9B501470BBDC}"/>
    <dgm:cxn modelId="{9FC6611A-535A-4EC1-8ACB-4ED401F5AB6F}" srcId="{03B80C34-8458-455D-A6CB-F0443688EFF7}" destId="{D1BCD992-2591-4501-91E7-C750711BEF6D}" srcOrd="8" destOrd="0" parTransId="{ACF6CEAD-A268-494D-AAA4-99956574CD2B}" sibTransId="{F431E703-777E-4A6A-B5C6-5B24D8B54CB6}"/>
    <dgm:cxn modelId="{D2DC7C28-2182-40C1-AF48-2C9F03322DBE}" type="presOf" srcId="{D1BCD992-2591-4501-91E7-C750711BEF6D}" destId="{1BB9DA7B-00B7-4319-879B-B7686824357F}" srcOrd="0" destOrd="0" presId="urn:microsoft.com/office/officeart/2005/8/layout/default"/>
    <dgm:cxn modelId="{23E4DB29-F1F9-417D-AA70-7A8F18F7411C}" srcId="{03B80C34-8458-455D-A6CB-F0443688EFF7}" destId="{D0A1962C-C9E7-4E5A-B22B-D4839C3ED1DE}" srcOrd="1" destOrd="0" parTransId="{8DE3A869-E75D-49F4-AA58-CAC22ED0037D}" sibTransId="{1F9278F1-73ED-4352-AA0B-8FE7DDB8C8A3}"/>
    <dgm:cxn modelId="{9038D841-F39E-4508-8FB1-A48CF5D3C97A}" srcId="{03B80C34-8458-455D-A6CB-F0443688EFF7}" destId="{86011A74-E169-4019-871E-67AA18DABCBA}" srcOrd="3" destOrd="0" parTransId="{963DE4DC-FE2C-42F7-BB37-67E733F17E75}" sibTransId="{AB104CB8-74DB-4EBD-9F88-B982AD2F38F1}"/>
    <dgm:cxn modelId="{D4646A68-A9CD-4F35-873B-7C634B473F58}" srcId="{03B80C34-8458-455D-A6CB-F0443688EFF7}" destId="{D30D9D85-41D0-4ACC-B7AB-65154D096A3F}" srcOrd="4" destOrd="0" parTransId="{4AEF420A-6240-4855-9A1D-6CB15D426009}" sibTransId="{20782036-42BC-424F-87FD-B8A67C602E8C}"/>
    <dgm:cxn modelId="{F8D3504D-5C59-4447-A3FD-6113A4DC0DFE}" type="presOf" srcId="{D0A1962C-C9E7-4E5A-B22B-D4839C3ED1DE}" destId="{0295D0D1-3064-495B-B86D-29BF38066853}" srcOrd="0" destOrd="0" presId="urn:microsoft.com/office/officeart/2005/8/layout/default"/>
    <dgm:cxn modelId="{DF3D2351-9078-4CF5-83BB-58FF0C89CD56}" type="presOf" srcId="{AB0040D9-DA9E-4FD4-851B-61B6E078075C}" destId="{13CF4C62-76AC-4F7F-BC67-0E95DD855F3B}" srcOrd="0" destOrd="0" presId="urn:microsoft.com/office/officeart/2005/8/layout/default"/>
    <dgm:cxn modelId="{15076F84-31E0-483C-8531-1A7A9073463D}" srcId="{03B80C34-8458-455D-A6CB-F0443688EFF7}" destId="{95BBC622-0CA2-4DDA-9762-4377954FA482}" srcOrd="7" destOrd="0" parTransId="{FDEBB2B4-C2CC-4624-A760-B1CA887DC3D5}" sibTransId="{EF16B930-4C40-4F49-8670-27A2AF5CE997}"/>
    <dgm:cxn modelId="{38F0F7A2-8791-4735-853C-4CA098EBB1E8}" type="presOf" srcId="{CB4743CC-6031-426F-A60E-32321504975D}" destId="{5EC808A2-4783-412D-87E5-CC82ADACB97E}" srcOrd="0" destOrd="0" presId="urn:microsoft.com/office/officeart/2005/8/layout/default"/>
    <dgm:cxn modelId="{3157B3AA-2E04-4720-9A77-67E73AF3DE1D}" type="presOf" srcId="{D30D9D85-41D0-4ACC-B7AB-65154D096A3F}" destId="{4864122E-833B-486F-9544-3F0CC60FF655}" srcOrd="0" destOrd="0" presId="urn:microsoft.com/office/officeart/2005/8/layout/default"/>
    <dgm:cxn modelId="{4CC8B8B1-51EB-451A-AAAC-5148C803C6A8}" type="presOf" srcId="{86011A74-E169-4019-871E-67AA18DABCBA}" destId="{0414F0A9-A73F-4467-B6C2-7B9FB6F72B5A}" srcOrd="0" destOrd="0" presId="urn:microsoft.com/office/officeart/2005/8/layout/default"/>
    <dgm:cxn modelId="{83E4B3C0-3C9F-463F-B8C6-85B6C51AEACB}" type="presOf" srcId="{78705D90-20D0-4201-B0AC-154C55548931}" destId="{472652B8-EB78-476A-8107-590A74B02967}" srcOrd="0" destOrd="0" presId="urn:microsoft.com/office/officeart/2005/8/layout/default"/>
    <dgm:cxn modelId="{375372C4-6C7D-4A8D-BE3F-F8390F30506E}" srcId="{03B80C34-8458-455D-A6CB-F0443688EFF7}" destId="{0D246209-DE5F-44E0-A9F5-A0EE9AD07A78}" srcOrd="2" destOrd="0" parTransId="{36E92184-9708-42F7-BAAE-A9D1A76BF13B}" sibTransId="{7774689E-0914-4D7D-B7B5-D6CE9388B787}"/>
    <dgm:cxn modelId="{C5D91DCE-E1DE-4884-8B8A-A04519CC8876}" srcId="{03B80C34-8458-455D-A6CB-F0443688EFF7}" destId="{AB0040D9-DA9E-4FD4-851B-61B6E078075C}" srcOrd="0" destOrd="0" parTransId="{6D7B985A-74DC-49CE-A889-505801108CF5}" sibTransId="{5F96E1DC-EFEE-42FE-AD77-E2B0F9E8BE6B}"/>
    <dgm:cxn modelId="{0A0611D1-FB43-47F9-872A-5E7A6D9C67BE}" type="presOf" srcId="{0D246209-DE5F-44E0-A9F5-A0EE9AD07A78}" destId="{DD6490B5-F146-4EC1-9B89-A829BDA2A58C}" srcOrd="0" destOrd="0" presId="urn:microsoft.com/office/officeart/2005/8/layout/default"/>
    <dgm:cxn modelId="{42365FEA-9626-41BF-AA3D-693FCF2C2EF7}" srcId="{03B80C34-8458-455D-A6CB-F0443688EFF7}" destId="{CB4743CC-6031-426F-A60E-32321504975D}" srcOrd="5" destOrd="0" parTransId="{001821C9-AF11-4B02-97DB-92BA11CEED08}" sibTransId="{4F4CC7FB-BECF-4581-93B7-8A3EDF1979EC}"/>
    <dgm:cxn modelId="{51918FFE-DA7D-4894-B376-3897B0CF06DE}" type="presOf" srcId="{03B80C34-8458-455D-A6CB-F0443688EFF7}" destId="{7FF171E3-8A96-4246-AFFA-A4653433D218}" srcOrd="0" destOrd="0" presId="urn:microsoft.com/office/officeart/2005/8/layout/default"/>
    <dgm:cxn modelId="{EAF49EFF-C9D5-4FA1-B75D-504A928483A3}" type="presOf" srcId="{95BBC622-0CA2-4DDA-9762-4377954FA482}" destId="{6F55F9A5-5640-4EED-9E44-4920AC08C243}" srcOrd="0" destOrd="0" presId="urn:microsoft.com/office/officeart/2005/8/layout/default"/>
    <dgm:cxn modelId="{4E91EE3A-AC4A-410D-A57F-3F19A6033016}" type="presParOf" srcId="{7FF171E3-8A96-4246-AFFA-A4653433D218}" destId="{13CF4C62-76AC-4F7F-BC67-0E95DD855F3B}" srcOrd="0" destOrd="0" presId="urn:microsoft.com/office/officeart/2005/8/layout/default"/>
    <dgm:cxn modelId="{1CB3A120-7357-412D-B74A-F8478664B581}" type="presParOf" srcId="{7FF171E3-8A96-4246-AFFA-A4653433D218}" destId="{9FDC5E80-62A8-41EB-B6AD-8722524F1C12}" srcOrd="1" destOrd="0" presId="urn:microsoft.com/office/officeart/2005/8/layout/default"/>
    <dgm:cxn modelId="{87CA0F9E-5513-408F-AE4A-8FBF01BBD39E}" type="presParOf" srcId="{7FF171E3-8A96-4246-AFFA-A4653433D218}" destId="{0295D0D1-3064-495B-B86D-29BF38066853}" srcOrd="2" destOrd="0" presId="urn:microsoft.com/office/officeart/2005/8/layout/default"/>
    <dgm:cxn modelId="{24B0A5D1-47EE-4C38-BE54-42A311E79D82}" type="presParOf" srcId="{7FF171E3-8A96-4246-AFFA-A4653433D218}" destId="{81361BDA-261C-46D7-859A-E9624CB351AA}" srcOrd="3" destOrd="0" presId="urn:microsoft.com/office/officeart/2005/8/layout/default"/>
    <dgm:cxn modelId="{41866DB9-C546-431D-A951-FF74DC3CD6B9}" type="presParOf" srcId="{7FF171E3-8A96-4246-AFFA-A4653433D218}" destId="{DD6490B5-F146-4EC1-9B89-A829BDA2A58C}" srcOrd="4" destOrd="0" presId="urn:microsoft.com/office/officeart/2005/8/layout/default"/>
    <dgm:cxn modelId="{4A66044D-0148-4C9C-B908-2E773AF80B4D}" type="presParOf" srcId="{7FF171E3-8A96-4246-AFFA-A4653433D218}" destId="{6C14A416-60C5-4FB7-9B41-A15C03C618E7}" srcOrd="5" destOrd="0" presId="urn:microsoft.com/office/officeart/2005/8/layout/default"/>
    <dgm:cxn modelId="{75914F00-5182-48EE-AA78-777A2EFCA708}" type="presParOf" srcId="{7FF171E3-8A96-4246-AFFA-A4653433D218}" destId="{0414F0A9-A73F-4467-B6C2-7B9FB6F72B5A}" srcOrd="6" destOrd="0" presId="urn:microsoft.com/office/officeart/2005/8/layout/default"/>
    <dgm:cxn modelId="{F86CCEA1-0F98-4960-A21E-8459F390AB09}" type="presParOf" srcId="{7FF171E3-8A96-4246-AFFA-A4653433D218}" destId="{072D6A91-D2EF-4A15-AF25-0C3189D4550F}" srcOrd="7" destOrd="0" presId="urn:microsoft.com/office/officeart/2005/8/layout/default"/>
    <dgm:cxn modelId="{255D0854-611A-4AE3-A471-7EAC20BE427B}" type="presParOf" srcId="{7FF171E3-8A96-4246-AFFA-A4653433D218}" destId="{4864122E-833B-486F-9544-3F0CC60FF655}" srcOrd="8" destOrd="0" presId="urn:microsoft.com/office/officeart/2005/8/layout/default"/>
    <dgm:cxn modelId="{4EB81357-E4F8-44F7-98CA-837A895831BC}" type="presParOf" srcId="{7FF171E3-8A96-4246-AFFA-A4653433D218}" destId="{1CFC392F-0EBA-41D4-9C08-FD62C4A71336}" srcOrd="9" destOrd="0" presId="urn:microsoft.com/office/officeart/2005/8/layout/default"/>
    <dgm:cxn modelId="{B425161B-795C-4E7F-BD61-A271DAF6BD2B}" type="presParOf" srcId="{7FF171E3-8A96-4246-AFFA-A4653433D218}" destId="{5EC808A2-4783-412D-87E5-CC82ADACB97E}" srcOrd="10" destOrd="0" presId="urn:microsoft.com/office/officeart/2005/8/layout/default"/>
    <dgm:cxn modelId="{47E7905C-1AD3-4523-A2C3-EED84A29DE40}" type="presParOf" srcId="{7FF171E3-8A96-4246-AFFA-A4653433D218}" destId="{DB60C282-F2A4-48CA-B3C2-8B23A673D024}" srcOrd="11" destOrd="0" presId="urn:microsoft.com/office/officeart/2005/8/layout/default"/>
    <dgm:cxn modelId="{FED9AD63-CE54-41C5-87BE-5D4274F64CF2}" type="presParOf" srcId="{7FF171E3-8A96-4246-AFFA-A4653433D218}" destId="{472652B8-EB78-476A-8107-590A74B02967}" srcOrd="12" destOrd="0" presId="urn:microsoft.com/office/officeart/2005/8/layout/default"/>
    <dgm:cxn modelId="{78A9B30E-68E2-4A48-9FB1-A027512FCCDE}" type="presParOf" srcId="{7FF171E3-8A96-4246-AFFA-A4653433D218}" destId="{9AA5BA17-4CE8-4818-B79E-1DBA62399A45}" srcOrd="13" destOrd="0" presId="urn:microsoft.com/office/officeart/2005/8/layout/default"/>
    <dgm:cxn modelId="{1EF9D31E-0F06-4F72-9134-4BB8C812FBBC}" type="presParOf" srcId="{7FF171E3-8A96-4246-AFFA-A4653433D218}" destId="{6F55F9A5-5640-4EED-9E44-4920AC08C243}" srcOrd="14" destOrd="0" presId="urn:microsoft.com/office/officeart/2005/8/layout/default"/>
    <dgm:cxn modelId="{77CF393F-9137-4CDB-AB01-4F2497C4471E}" type="presParOf" srcId="{7FF171E3-8A96-4246-AFFA-A4653433D218}" destId="{25182484-B615-43DC-B706-A90E947D115B}" srcOrd="15" destOrd="0" presId="urn:microsoft.com/office/officeart/2005/8/layout/default"/>
    <dgm:cxn modelId="{F638F133-E939-4B21-8105-6380ECE040B7}" type="presParOf" srcId="{7FF171E3-8A96-4246-AFFA-A4653433D218}" destId="{1BB9DA7B-00B7-4319-879B-B7686824357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0F8EC1D-56D5-431A-AE3D-C314F6FDF5D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7A07BD-4791-4EB9-B4F9-886B8E8165E4}">
      <dgm:prSet/>
      <dgm:spPr/>
      <dgm:t>
        <a:bodyPr/>
        <a:lstStyle/>
        <a:p>
          <a:r>
            <a:rPr lang="es-MX"/>
            <a:t>• El suicidio es resultado de la interacción entre vulnerabilidad biológica y estrés ambiental.</a:t>
          </a:r>
          <a:endParaRPr lang="en-US"/>
        </a:p>
      </dgm:t>
    </dgm:pt>
    <dgm:pt modelId="{0771079D-DD3C-461B-8969-05894D34787F}" type="parTrans" cxnId="{7BEA6E9F-C96D-40C7-9CD8-9B067EBF0911}">
      <dgm:prSet/>
      <dgm:spPr/>
      <dgm:t>
        <a:bodyPr/>
        <a:lstStyle/>
        <a:p>
          <a:endParaRPr lang="en-US"/>
        </a:p>
      </dgm:t>
    </dgm:pt>
    <dgm:pt modelId="{F5E535A7-5164-4B71-8858-99037D2D96A2}" type="sibTrans" cxnId="{7BEA6E9F-C96D-40C7-9CD8-9B067EBF0911}">
      <dgm:prSet/>
      <dgm:spPr/>
      <dgm:t>
        <a:bodyPr/>
        <a:lstStyle/>
        <a:p>
          <a:endParaRPr lang="en-US"/>
        </a:p>
      </dgm:t>
    </dgm:pt>
    <dgm:pt modelId="{0B64B7C8-E3A3-48C4-BECA-73216802A2D0}">
      <dgm:prSet/>
      <dgm:spPr/>
      <dgm:t>
        <a:bodyPr/>
        <a:lstStyle/>
        <a:p>
          <a:r>
            <a:rPr lang="es-MX"/>
            <a:t>• Los circuitos serotoninérgicos, noradrenérgicos y del eje HPA son clave en la fisiopatología.</a:t>
          </a:r>
          <a:endParaRPr lang="en-US"/>
        </a:p>
      </dgm:t>
    </dgm:pt>
    <dgm:pt modelId="{A9ADF526-6758-46B5-AF39-A87B94943FAA}" type="parTrans" cxnId="{0489F407-F231-4631-936F-6FEC78728543}">
      <dgm:prSet/>
      <dgm:spPr/>
      <dgm:t>
        <a:bodyPr/>
        <a:lstStyle/>
        <a:p>
          <a:endParaRPr lang="en-US"/>
        </a:p>
      </dgm:t>
    </dgm:pt>
    <dgm:pt modelId="{B6F9C7AC-1926-47A2-9BE7-3DCA6D6B930F}" type="sibTrans" cxnId="{0489F407-F231-4631-936F-6FEC78728543}">
      <dgm:prSet/>
      <dgm:spPr/>
      <dgm:t>
        <a:bodyPr/>
        <a:lstStyle/>
        <a:p>
          <a:endParaRPr lang="en-US"/>
        </a:p>
      </dgm:t>
    </dgm:pt>
    <dgm:pt modelId="{61D1D55F-02C9-41AC-B418-35EDB3A5CA32}">
      <dgm:prSet/>
      <dgm:spPr/>
      <dgm:t>
        <a:bodyPr/>
        <a:lstStyle/>
        <a:p>
          <a:r>
            <a:rPr lang="es-MX"/>
            <a:t>• La prevención requiere detección temprana, tratamiento farmacológico, estrategias de neurocuidado y evaluación personalizada del riesgo.</a:t>
          </a:r>
          <a:endParaRPr lang="en-US"/>
        </a:p>
      </dgm:t>
    </dgm:pt>
    <dgm:pt modelId="{066C4875-D3C9-4BA1-BBCA-D5366E70469F}" type="parTrans" cxnId="{9AAD8A44-5369-488E-975C-66F4964C5007}">
      <dgm:prSet/>
      <dgm:spPr/>
      <dgm:t>
        <a:bodyPr/>
        <a:lstStyle/>
        <a:p>
          <a:endParaRPr lang="en-US"/>
        </a:p>
      </dgm:t>
    </dgm:pt>
    <dgm:pt modelId="{2FACB1E5-4395-4F17-AC3C-0E03BC74FDB6}" type="sibTrans" cxnId="{9AAD8A44-5369-488E-975C-66F4964C5007}">
      <dgm:prSet/>
      <dgm:spPr/>
      <dgm:t>
        <a:bodyPr/>
        <a:lstStyle/>
        <a:p>
          <a:endParaRPr lang="en-US"/>
        </a:p>
      </dgm:t>
    </dgm:pt>
    <dgm:pt modelId="{E0A0130F-5227-4185-9DE5-274CBFEC98FC}" type="pres">
      <dgm:prSet presAssocID="{70F8EC1D-56D5-431A-AE3D-C314F6FDF5DE}" presName="linear" presStyleCnt="0">
        <dgm:presLayoutVars>
          <dgm:animLvl val="lvl"/>
          <dgm:resizeHandles val="exact"/>
        </dgm:presLayoutVars>
      </dgm:prSet>
      <dgm:spPr/>
    </dgm:pt>
    <dgm:pt modelId="{9BCA1E2C-3FE3-4E16-B2D1-353E05C982A4}" type="pres">
      <dgm:prSet presAssocID="{957A07BD-4791-4EB9-B4F9-886B8E8165E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1495F3E-CC78-4208-BDE4-2D39F4885CDF}" type="pres">
      <dgm:prSet presAssocID="{F5E535A7-5164-4B71-8858-99037D2D96A2}" presName="spacer" presStyleCnt="0"/>
      <dgm:spPr/>
    </dgm:pt>
    <dgm:pt modelId="{4EA799A8-8417-4BD7-AD5F-EDB6DE0251CD}" type="pres">
      <dgm:prSet presAssocID="{0B64B7C8-E3A3-48C4-BECA-73216802A2D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B752026-F6C9-4DDA-B27E-1B71C2D77FB9}" type="pres">
      <dgm:prSet presAssocID="{B6F9C7AC-1926-47A2-9BE7-3DCA6D6B930F}" presName="spacer" presStyleCnt="0"/>
      <dgm:spPr/>
    </dgm:pt>
    <dgm:pt modelId="{095B23F0-4411-46D1-9FD5-2FA65FF48018}" type="pres">
      <dgm:prSet presAssocID="{61D1D55F-02C9-41AC-B418-35EDB3A5CA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489F407-F231-4631-936F-6FEC78728543}" srcId="{70F8EC1D-56D5-431A-AE3D-C314F6FDF5DE}" destId="{0B64B7C8-E3A3-48C4-BECA-73216802A2D0}" srcOrd="1" destOrd="0" parTransId="{A9ADF526-6758-46B5-AF39-A87B94943FAA}" sibTransId="{B6F9C7AC-1926-47A2-9BE7-3DCA6D6B930F}"/>
    <dgm:cxn modelId="{9AAD8A44-5369-488E-975C-66F4964C5007}" srcId="{70F8EC1D-56D5-431A-AE3D-C314F6FDF5DE}" destId="{61D1D55F-02C9-41AC-B418-35EDB3A5CA32}" srcOrd="2" destOrd="0" parTransId="{066C4875-D3C9-4BA1-BBCA-D5366E70469F}" sibTransId="{2FACB1E5-4395-4F17-AC3C-0E03BC74FDB6}"/>
    <dgm:cxn modelId="{7BEA6E9F-C96D-40C7-9CD8-9B067EBF0911}" srcId="{70F8EC1D-56D5-431A-AE3D-C314F6FDF5DE}" destId="{957A07BD-4791-4EB9-B4F9-886B8E8165E4}" srcOrd="0" destOrd="0" parTransId="{0771079D-DD3C-461B-8969-05894D34787F}" sibTransId="{F5E535A7-5164-4B71-8858-99037D2D96A2}"/>
    <dgm:cxn modelId="{F6D770BB-1815-4118-9A87-4865A283C3D6}" type="presOf" srcId="{70F8EC1D-56D5-431A-AE3D-C314F6FDF5DE}" destId="{E0A0130F-5227-4185-9DE5-274CBFEC98FC}" srcOrd="0" destOrd="0" presId="urn:microsoft.com/office/officeart/2005/8/layout/vList2"/>
    <dgm:cxn modelId="{116B7FDC-0A76-4900-9D57-D221C374A5DB}" type="presOf" srcId="{61D1D55F-02C9-41AC-B418-35EDB3A5CA32}" destId="{095B23F0-4411-46D1-9FD5-2FA65FF48018}" srcOrd="0" destOrd="0" presId="urn:microsoft.com/office/officeart/2005/8/layout/vList2"/>
    <dgm:cxn modelId="{E3E6CADE-3C02-4644-9796-478E0FD1A50A}" type="presOf" srcId="{957A07BD-4791-4EB9-B4F9-886B8E8165E4}" destId="{9BCA1E2C-3FE3-4E16-B2D1-353E05C982A4}" srcOrd="0" destOrd="0" presId="urn:microsoft.com/office/officeart/2005/8/layout/vList2"/>
    <dgm:cxn modelId="{CD6009F1-4637-4A26-8CBE-FE185532F036}" type="presOf" srcId="{0B64B7C8-E3A3-48C4-BECA-73216802A2D0}" destId="{4EA799A8-8417-4BD7-AD5F-EDB6DE0251CD}" srcOrd="0" destOrd="0" presId="urn:microsoft.com/office/officeart/2005/8/layout/vList2"/>
    <dgm:cxn modelId="{70F9A94A-4CD5-41D9-9838-98882D9EAFAB}" type="presParOf" srcId="{E0A0130F-5227-4185-9DE5-274CBFEC98FC}" destId="{9BCA1E2C-3FE3-4E16-B2D1-353E05C982A4}" srcOrd="0" destOrd="0" presId="urn:microsoft.com/office/officeart/2005/8/layout/vList2"/>
    <dgm:cxn modelId="{F8E90EEE-F8A9-4D20-BB86-059C358220DF}" type="presParOf" srcId="{E0A0130F-5227-4185-9DE5-274CBFEC98FC}" destId="{71495F3E-CC78-4208-BDE4-2D39F4885CDF}" srcOrd="1" destOrd="0" presId="urn:microsoft.com/office/officeart/2005/8/layout/vList2"/>
    <dgm:cxn modelId="{A3559EB9-17D3-4541-A69F-53073C7394E5}" type="presParOf" srcId="{E0A0130F-5227-4185-9DE5-274CBFEC98FC}" destId="{4EA799A8-8417-4BD7-AD5F-EDB6DE0251CD}" srcOrd="2" destOrd="0" presId="urn:microsoft.com/office/officeart/2005/8/layout/vList2"/>
    <dgm:cxn modelId="{577F0A4B-591E-4066-ACCF-FA0C73F81675}" type="presParOf" srcId="{E0A0130F-5227-4185-9DE5-274CBFEC98FC}" destId="{0B752026-F6C9-4DDA-B27E-1B71C2D77FB9}" srcOrd="3" destOrd="0" presId="urn:microsoft.com/office/officeart/2005/8/layout/vList2"/>
    <dgm:cxn modelId="{0894211E-A699-44FF-95E6-D36F8C8E2AFC}" type="presParOf" srcId="{E0A0130F-5227-4185-9DE5-274CBFEC98FC}" destId="{095B23F0-4411-46D1-9FD5-2FA65FF4801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D9877-3877-4FF2-B5EF-19E63797F4E9}">
      <dsp:nvSpPr>
        <dsp:cNvPr id="0" name=""/>
        <dsp:cNvSpPr/>
      </dsp:nvSpPr>
      <dsp:spPr>
        <a:xfrm>
          <a:off x="2230625" y="182938"/>
          <a:ext cx="3956854" cy="19238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Estudios</a:t>
          </a:r>
          <a:r>
            <a:rPr lang="en-US" sz="2100" kern="1200" dirty="0"/>
            <a:t> post-mortem: </a:t>
          </a:r>
          <a:r>
            <a:rPr lang="en-US" sz="2100" kern="1200" dirty="0" err="1"/>
            <a:t>atrofia</a:t>
          </a:r>
          <a:r>
            <a:rPr lang="en-US" sz="2100" kern="1200" dirty="0"/>
            <a:t> neuronal  </a:t>
          </a:r>
          <a:r>
            <a:rPr lang="en-US" sz="2100" kern="1200" dirty="0" err="1"/>
            <a:t>en</a:t>
          </a:r>
          <a:r>
            <a:rPr lang="en-US" sz="2100" kern="1200" dirty="0"/>
            <a:t>  </a:t>
          </a:r>
          <a:r>
            <a:rPr lang="en-US" sz="2100" kern="1200" dirty="0" err="1"/>
            <a:t>Cx</a:t>
          </a:r>
          <a:r>
            <a:rPr lang="en-US" sz="2100" kern="1200" dirty="0"/>
            <a:t>.  </a:t>
          </a:r>
          <a:r>
            <a:rPr lang="en-US" sz="2100" kern="1200" dirty="0" err="1"/>
            <a:t>prefronal</a:t>
          </a:r>
          <a:r>
            <a:rPr lang="en-US" sz="2100" kern="1200" dirty="0"/>
            <a:t> dorsolateral y orbitofrontal, y ↓ </a:t>
          </a:r>
          <a:r>
            <a:rPr lang="en-US" sz="2100" kern="1200" dirty="0" err="1"/>
            <a:t>células</a:t>
          </a:r>
          <a:r>
            <a:rPr lang="en-US" sz="2100" kern="1200" dirty="0"/>
            <a:t> </a:t>
          </a:r>
          <a:r>
            <a:rPr lang="en-US" sz="2100" kern="1200" dirty="0" err="1"/>
            <a:t>gliales</a:t>
          </a:r>
          <a:r>
            <a:rPr lang="en-US" sz="2100" kern="1200" dirty="0"/>
            <a:t> (</a:t>
          </a:r>
          <a:r>
            <a:rPr lang="en-US" sz="2100" kern="1200" dirty="0" err="1"/>
            <a:t>astrocitos</a:t>
          </a:r>
          <a:r>
            <a:rPr lang="en-US" sz="2100" kern="1200" dirty="0"/>
            <a:t>, </a:t>
          </a:r>
          <a:r>
            <a:rPr lang="en-US" sz="2100" kern="1200" dirty="0" err="1"/>
            <a:t>oligodendrocitos</a:t>
          </a:r>
          <a:r>
            <a:rPr lang="en-US" sz="2100" kern="1200" dirty="0"/>
            <a:t>) </a:t>
          </a:r>
          <a:r>
            <a:rPr lang="en-US" sz="2100" kern="1200" dirty="0" err="1"/>
            <a:t>en</a:t>
          </a:r>
          <a:r>
            <a:rPr lang="en-US" sz="2100" kern="1200" dirty="0"/>
            <a:t> </a:t>
          </a:r>
          <a:r>
            <a:rPr lang="en-US" sz="2100" kern="1200" dirty="0" err="1"/>
            <a:t>Cx</a:t>
          </a:r>
          <a:r>
            <a:rPr lang="en-US" sz="2100" kern="1200" dirty="0"/>
            <a:t>. Prefrontal.</a:t>
          </a:r>
        </a:p>
      </dsp:txBody>
      <dsp:txXfrm>
        <a:off x="2230625" y="182938"/>
        <a:ext cx="3956854" cy="1923838"/>
      </dsp:txXfrm>
    </dsp:sp>
    <dsp:sp modelId="{4A71BA92-010F-4E37-BE97-1471CB73AA14}">
      <dsp:nvSpPr>
        <dsp:cNvPr id="0" name=""/>
        <dsp:cNvSpPr/>
      </dsp:nvSpPr>
      <dsp:spPr>
        <a:xfrm>
          <a:off x="983211" y="2458602"/>
          <a:ext cx="2581547" cy="204846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Depresión</a:t>
          </a:r>
          <a:r>
            <a:rPr lang="en-US" sz="2100" kern="1200" dirty="0"/>
            <a:t> </a:t>
          </a:r>
          <a:r>
            <a:rPr lang="en-US" sz="2100" kern="1200" dirty="0" err="1"/>
            <a:t>suicida</a:t>
          </a:r>
          <a:r>
            <a:rPr lang="en-US" sz="2100" kern="1200" dirty="0"/>
            <a:t>: ↓ </a:t>
          </a:r>
          <a:r>
            <a:rPr lang="en-US" sz="2100" kern="1200" dirty="0" err="1"/>
            <a:t>volumen</a:t>
          </a:r>
          <a:r>
            <a:rPr lang="en-US" sz="2100" kern="1200" dirty="0"/>
            <a:t> del </a:t>
          </a:r>
          <a:r>
            <a:rPr lang="en-US" sz="2100" kern="1200" dirty="0" err="1"/>
            <a:t>giro</a:t>
          </a:r>
          <a:r>
            <a:rPr lang="en-US" sz="2100" kern="1200" dirty="0"/>
            <a:t> </a:t>
          </a:r>
          <a:r>
            <a:rPr lang="en-US" sz="2100" kern="1200" dirty="0" err="1"/>
            <a:t>dentado</a:t>
          </a:r>
          <a:r>
            <a:rPr lang="en-US" sz="2100" kern="1200" dirty="0"/>
            <a:t>, </a:t>
          </a:r>
          <a:r>
            <a:rPr lang="en-US" sz="2100" kern="1200" dirty="0" err="1"/>
            <a:t>menor</a:t>
          </a:r>
          <a:r>
            <a:rPr lang="en-US" sz="2100" kern="1200" dirty="0"/>
            <a:t> </a:t>
          </a:r>
          <a:r>
            <a:rPr lang="en-US" sz="2100" kern="1200" dirty="0" err="1"/>
            <a:t>angiogénesis</a:t>
          </a:r>
          <a:r>
            <a:rPr lang="en-US" sz="2100" kern="1200" dirty="0"/>
            <a:t> sin </a:t>
          </a:r>
          <a:r>
            <a:rPr lang="en-US" sz="2100" kern="1200" dirty="0" err="1"/>
            <a:t>tratamiento</a:t>
          </a:r>
          <a:r>
            <a:rPr lang="en-US" sz="2100" kern="1200" dirty="0"/>
            <a:t>.</a:t>
          </a:r>
        </a:p>
      </dsp:txBody>
      <dsp:txXfrm>
        <a:off x="983211" y="2458602"/>
        <a:ext cx="2581547" cy="2048467"/>
      </dsp:txXfrm>
    </dsp:sp>
    <dsp:sp modelId="{DEC10290-3E4A-4667-B85E-66AA7A62F916}">
      <dsp:nvSpPr>
        <dsp:cNvPr id="0" name=""/>
        <dsp:cNvSpPr/>
      </dsp:nvSpPr>
      <dsp:spPr>
        <a:xfrm>
          <a:off x="5133287" y="2390187"/>
          <a:ext cx="2545152" cy="211688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Deficiencia</a:t>
          </a:r>
          <a:r>
            <a:rPr lang="en-US" sz="2100" kern="1200" dirty="0"/>
            <a:t> de </a:t>
          </a:r>
          <a:r>
            <a:rPr lang="en-US" sz="2100" kern="1200" dirty="0" err="1"/>
            <a:t>neuronas</a:t>
          </a:r>
          <a:r>
            <a:rPr lang="en-US" sz="2100" kern="1200" dirty="0"/>
            <a:t> </a:t>
          </a:r>
          <a:r>
            <a:rPr lang="en-US" sz="2100" kern="1200" dirty="0" err="1"/>
            <a:t>noradrenérgicas</a:t>
          </a:r>
          <a:r>
            <a:rPr lang="en-US" sz="2100" kern="1200" dirty="0"/>
            <a:t> </a:t>
          </a:r>
          <a:r>
            <a:rPr lang="en-US" sz="2100" kern="1200" dirty="0" err="1"/>
            <a:t>en</a:t>
          </a:r>
          <a:r>
            <a:rPr lang="en-US" sz="2100" kern="1200" dirty="0"/>
            <a:t> locus coeruleus.</a:t>
          </a:r>
        </a:p>
      </dsp:txBody>
      <dsp:txXfrm>
        <a:off x="5133287" y="2390187"/>
        <a:ext cx="2545152" cy="21168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4D856-D80A-42D4-97BA-56D3978E7C5A}">
      <dsp:nvSpPr>
        <dsp:cNvPr id="0" name=""/>
        <dsp:cNvSpPr/>
      </dsp:nvSpPr>
      <dsp:spPr>
        <a:xfrm>
          <a:off x="2350512" y="522259"/>
          <a:ext cx="4018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884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40642" y="565814"/>
        <a:ext cx="21624" cy="4329"/>
      </dsp:txXfrm>
    </dsp:sp>
    <dsp:sp modelId="{A1C083A7-70FB-4935-B92F-986C7367D65A}">
      <dsp:nvSpPr>
        <dsp:cNvPr id="0" name=""/>
        <dsp:cNvSpPr/>
      </dsp:nvSpPr>
      <dsp:spPr>
        <a:xfrm>
          <a:off x="471945" y="3869"/>
          <a:ext cx="1880367" cy="11282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40" tIns="96717" rIns="92140" bIns="9671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MRI estructural:</a:t>
          </a:r>
        </a:p>
      </dsp:txBody>
      <dsp:txXfrm>
        <a:off x="471945" y="3869"/>
        <a:ext cx="1880367" cy="1128220"/>
      </dsp:txXfrm>
    </dsp:sp>
    <dsp:sp modelId="{FF6373A4-0757-47B6-AF2E-D2A3380D8EDC}">
      <dsp:nvSpPr>
        <dsp:cNvPr id="0" name=""/>
        <dsp:cNvSpPr/>
      </dsp:nvSpPr>
      <dsp:spPr>
        <a:xfrm>
          <a:off x="5774886" y="522259"/>
          <a:ext cx="4018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884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5017" y="565814"/>
        <a:ext cx="21624" cy="4329"/>
      </dsp:txXfrm>
    </dsp:sp>
    <dsp:sp modelId="{61D5F971-449C-4D32-8095-D343D26E48E9}">
      <dsp:nvSpPr>
        <dsp:cNvPr id="0" name=""/>
        <dsp:cNvSpPr/>
      </dsp:nvSpPr>
      <dsp:spPr>
        <a:xfrm>
          <a:off x="2784797" y="3869"/>
          <a:ext cx="2991889" cy="11282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40" tIns="96717" rIns="92140" bIns="9671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↓ </a:t>
          </a:r>
          <a:r>
            <a:rPr lang="en-US" sz="1400" kern="1200" dirty="0" err="1"/>
            <a:t>Volumen</a:t>
          </a:r>
          <a:r>
            <a:rPr lang="en-US" sz="1400" kern="1200" dirty="0"/>
            <a:t> de </a:t>
          </a:r>
          <a:r>
            <a:rPr lang="en-US" sz="1400" kern="1200" dirty="0" err="1"/>
            <a:t>materia</a:t>
          </a:r>
          <a:r>
            <a:rPr lang="en-US" sz="1400" kern="1200" dirty="0"/>
            <a:t> gris H. derecho </a:t>
          </a:r>
          <a:r>
            <a:rPr lang="en-US" sz="1400" kern="1200" dirty="0" err="1"/>
            <a:t>en</a:t>
          </a:r>
          <a:r>
            <a:rPr lang="en-US" sz="1400" kern="1200" dirty="0"/>
            <a:t> </a:t>
          </a:r>
          <a:r>
            <a:rPr lang="en-US" sz="1400" kern="1200" dirty="0" err="1"/>
            <a:t>corteza</a:t>
          </a:r>
          <a:r>
            <a:rPr lang="en-US" sz="1400" kern="1200" dirty="0"/>
            <a:t> orbitofrontal, dorsolateral, </a:t>
          </a:r>
          <a:r>
            <a:rPr lang="en-US" sz="1400" kern="1200" dirty="0" err="1"/>
            <a:t>ínsula</a:t>
          </a:r>
          <a:r>
            <a:rPr lang="en-US" sz="1400" kern="1200" dirty="0"/>
            <a:t>, </a:t>
          </a:r>
          <a:r>
            <a:rPr lang="en-US" sz="1400" kern="1200" dirty="0" err="1"/>
            <a:t>giro</a:t>
          </a:r>
          <a:r>
            <a:rPr lang="en-US" sz="1400" kern="1200" dirty="0"/>
            <a:t> temporal superior y </a:t>
          </a:r>
          <a:r>
            <a:rPr lang="en-US" sz="1400" kern="1200" dirty="0" err="1"/>
            <a:t>ganglios</a:t>
          </a:r>
          <a:r>
            <a:rPr lang="en-US" sz="1400" kern="1200" dirty="0"/>
            <a:t> basales</a:t>
          </a:r>
          <a:r>
            <a:rPr lang="en-US" sz="1200" kern="1200" dirty="0"/>
            <a:t>.</a:t>
          </a:r>
        </a:p>
      </dsp:txBody>
      <dsp:txXfrm>
        <a:off x="2784797" y="3869"/>
        <a:ext cx="2991889" cy="1128220"/>
      </dsp:txXfrm>
    </dsp:sp>
    <dsp:sp modelId="{5F1E3942-8C08-48D8-84AD-5703509FEC2F}">
      <dsp:nvSpPr>
        <dsp:cNvPr id="0" name=""/>
        <dsp:cNvSpPr/>
      </dsp:nvSpPr>
      <dsp:spPr>
        <a:xfrm>
          <a:off x="2028090" y="1130289"/>
          <a:ext cx="5121264" cy="401884"/>
        </a:xfrm>
        <a:custGeom>
          <a:avLst/>
          <a:gdLst/>
          <a:ahLst/>
          <a:cxnLst/>
          <a:rect l="0" t="0" r="0" b="0"/>
          <a:pathLst>
            <a:path>
              <a:moveTo>
                <a:pt x="5121264" y="0"/>
              </a:moveTo>
              <a:lnTo>
                <a:pt x="5121264" y="218042"/>
              </a:lnTo>
              <a:lnTo>
                <a:pt x="0" y="218042"/>
              </a:lnTo>
              <a:lnTo>
                <a:pt x="0" y="401884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0235" y="1329067"/>
        <a:ext cx="256974" cy="4329"/>
      </dsp:txXfrm>
    </dsp:sp>
    <dsp:sp modelId="{F17997A0-5D53-414A-8164-F3286D40DCFA}">
      <dsp:nvSpPr>
        <dsp:cNvPr id="0" name=""/>
        <dsp:cNvSpPr/>
      </dsp:nvSpPr>
      <dsp:spPr>
        <a:xfrm>
          <a:off x="6209171" y="3869"/>
          <a:ext cx="1880367" cy="11282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40" tIns="96717" rIns="92140" bIns="9671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↑ </a:t>
          </a:r>
          <a:r>
            <a:rPr lang="en-US" sz="1400" kern="1200" dirty="0" err="1"/>
            <a:t>Volumen</a:t>
          </a:r>
          <a:r>
            <a:rPr lang="en-US" sz="1400" kern="1200" dirty="0"/>
            <a:t> </a:t>
          </a:r>
          <a:r>
            <a:rPr lang="en-US" sz="1400" kern="1200" dirty="0" err="1"/>
            <a:t>tálamo</a:t>
          </a:r>
          <a:r>
            <a:rPr lang="en-US" sz="1400" kern="1200" dirty="0"/>
            <a:t> y </a:t>
          </a:r>
          <a:r>
            <a:rPr lang="en-US" sz="1400" kern="1200" dirty="0" err="1"/>
            <a:t>amígdala</a:t>
          </a:r>
          <a:r>
            <a:rPr lang="en-US" sz="1400" kern="1200" dirty="0"/>
            <a:t> </a:t>
          </a:r>
          <a:r>
            <a:rPr lang="en-US" sz="1400" kern="1200" dirty="0" err="1"/>
            <a:t>derecha</a:t>
          </a:r>
          <a:r>
            <a:rPr lang="en-US" sz="1400" kern="1200" dirty="0"/>
            <a:t> </a:t>
          </a:r>
          <a:r>
            <a:rPr lang="en-US" sz="1400" kern="1200" dirty="0" err="1"/>
            <a:t>en</a:t>
          </a:r>
          <a:r>
            <a:rPr lang="en-US" sz="1400" kern="1200" dirty="0"/>
            <a:t> </a:t>
          </a:r>
          <a:r>
            <a:rPr lang="en-US" sz="1400" kern="1200" dirty="0" err="1"/>
            <a:t>intentos</a:t>
          </a:r>
          <a:r>
            <a:rPr lang="en-US" sz="1400" kern="1200" dirty="0"/>
            <a:t> </a:t>
          </a:r>
          <a:r>
            <a:rPr lang="en-US" sz="1400" kern="1200" dirty="0" err="1"/>
            <a:t>suicidas</a:t>
          </a:r>
          <a:r>
            <a:rPr lang="en-US" sz="1200" kern="1200" dirty="0"/>
            <a:t>.</a:t>
          </a:r>
        </a:p>
      </dsp:txBody>
      <dsp:txXfrm>
        <a:off x="6209171" y="3869"/>
        <a:ext cx="1880367" cy="1128220"/>
      </dsp:txXfrm>
    </dsp:sp>
    <dsp:sp modelId="{D01062F6-C6E7-4DCF-BF45-BE444DE74F90}">
      <dsp:nvSpPr>
        <dsp:cNvPr id="0" name=""/>
        <dsp:cNvSpPr/>
      </dsp:nvSpPr>
      <dsp:spPr>
        <a:xfrm>
          <a:off x="3582435" y="2082964"/>
          <a:ext cx="4018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88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2565" y="2126519"/>
        <a:ext cx="21624" cy="4329"/>
      </dsp:txXfrm>
    </dsp:sp>
    <dsp:sp modelId="{B522E75D-91B4-4C6A-AF41-163DAFD6F3A7}">
      <dsp:nvSpPr>
        <dsp:cNvPr id="0" name=""/>
        <dsp:cNvSpPr/>
      </dsp:nvSpPr>
      <dsp:spPr>
        <a:xfrm>
          <a:off x="471945" y="1564573"/>
          <a:ext cx="3112289" cy="11282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40" tIns="96717" rIns="92140" bIns="96717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</a:t>
          </a:r>
          <a:r>
            <a:rPr lang="en-US" sz="1300" kern="1200" dirty="0" err="1"/>
            <a:t>Alteraciones</a:t>
          </a:r>
          <a:r>
            <a:rPr lang="en-US" sz="1300" kern="1200" dirty="0"/>
            <a:t> </a:t>
          </a:r>
          <a:r>
            <a:rPr lang="en-US" sz="1300" kern="1200" dirty="0" err="1"/>
            <a:t>en</a:t>
          </a:r>
          <a:r>
            <a:rPr lang="en-US" sz="1300" kern="1200" dirty="0"/>
            <a:t> </a:t>
          </a:r>
          <a:r>
            <a:rPr lang="en-US" sz="1300" kern="1200" dirty="0" err="1"/>
            <a:t>sustancia</a:t>
          </a:r>
          <a:r>
            <a:rPr lang="en-US" sz="1300" kern="1200" dirty="0"/>
            <a:t> </a:t>
          </a:r>
          <a:r>
            <a:rPr lang="en-US" sz="1300" kern="1200" dirty="0" err="1"/>
            <a:t>blanca</a:t>
          </a:r>
          <a:r>
            <a:rPr lang="en-US" sz="1300" kern="1200" dirty="0"/>
            <a:t> (uncinate fasciculus, orbitofrontal inferior).  ↓ </a:t>
          </a:r>
          <a:r>
            <a:rPr lang="en-US" sz="1300" kern="1200" dirty="0" err="1"/>
            <a:t>anisotropía</a:t>
          </a:r>
          <a:r>
            <a:rPr lang="en-US" sz="1300" kern="1200" dirty="0"/>
            <a:t>  </a:t>
          </a:r>
          <a:r>
            <a:rPr lang="en-US" sz="1300" kern="1200" dirty="0" err="1"/>
            <a:t>Cx</a:t>
          </a:r>
          <a:r>
            <a:rPr lang="en-US" sz="1300" kern="1200" dirty="0"/>
            <a:t>. Orbitofrontal </a:t>
          </a:r>
          <a:r>
            <a:rPr lang="en-US" sz="1300" kern="1200" dirty="0" err="1"/>
            <a:t>izquierda</a:t>
          </a:r>
          <a:r>
            <a:rPr lang="en-US" sz="1300" kern="1200" dirty="0"/>
            <a:t> y capsula interna</a:t>
          </a:r>
        </a:p>
      </dsp:txBody>
      <dsp:txXfrm>
        <a:off x="471945" y="1564573"/>
        <a:ext cx="3112289" cy="1128220"/>
      </dsp:txXfrm>
    </dsp:sp>
    <dsp:sp modelId="{2A362747-FE37-4A86-8E5D-83BF09040FD7}">
      <dsp:nvSpPr>
        <dsp:cNvPr id="0" name=""/>
        <dsp:cNvSpPr/>
      </dsp:nvSpPr>
      <dsp:spPr>
        <a:xfrm>
          <a:off x="5895286" y="2082964"/>
          <a:ext cx="4018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88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5417" y="2126519"/>
        <a:ext cx="21624" cy="4329"/>
      </dsp:txXfrm>
    </dsp:sp>
    <dsp:sp modelId="{C34216E7-3D90-46CB-8AF3-B94C0C9150D5}">
      <dsp:nvSpPr>
        <dsp:cNvPr id="0" name=""/>
        <dsp:cNvSpPr/>
      </dsp:nvSpPr>
      <dsp:spPr>
        <a:xfrm>
          <a:off x="4016719" y="1564573"/>
          <a:ext cx="1880367" cy="11282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40" tIns="96717" rIns="92140" bIns="9671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fMRI / PET:</a:t>
          </a:r>
        </a:p>
      </dsp:txBody>
      <dsp:txXfrm>
        <a:off x="4016719" y="1564573"/>
        <a:ext cx="1880367" cy="1128220"/>
      </dsp:txXfrm>
    </dsp:sp>
    <dsp:sp modelId="{359DC818-8F5B-4883-AB68-DD88396C123F}">
      <dsp:nvSpPr>
        <dsp:cNvPr id="0" name=""/>
        <dsp:cNvSpPr/>
      </dsp:nvSpPr>
      <dsp:spPr>
        <a:xfrm>
          <a:off x="1822678" y="2690994"/>
          <a:ext cx="5447075" cy="401884"/>
        </a:xfrm>
        <a:custGeom>
          <a:avLst/>
          <a:gdLst/>
          <a:ahLst/>
          <a:cxnLst/>
          <a:rect l="0" t="0" r="0" b="0"/>
          <a:pathLst>
            <a:path>
              <a:moveTo>
                <a:pt x="5447075" y="0"/>
              </a:moveTo>
              <a:lnTo>
                <a:pt x="5447075" y="218042"/>
              </a:lnTo>
              <a:lnTo>
                <a:pt x="0" y="218042"/>
              </a:lnTo>
              <a:lnTo>
                <a:pt x="0" y="401884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09611" y="2889771"/>
        <a:ext cx="273210" cy="4329"/>
      </dsp:txXfrm>
    </dsp:sp>
    <dsp:sp modelId="{7638AB27-AC1E-44FD-A9BB-A900FDC01F85}">
      <dsp:nvSpPr>
        <dsp:cNvPr id="0" name=""/>
        <dsp:cNvSpPr/>
      </dsp:nvSpPr>
      <dsp:spPr>
        <a:xfrm>
          <a:off x="6329571" y="1564573"/>
          <a:ext cx="1880367" cy="11282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40" tIns="96717" rIns="92140" bIns="9671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↓ </a:t>
          </a:r>
          <a:r>
            <a:rPr lang="en-US" sz="1600" kern="1200" dirty="0" err="1"/>
            <a:t>reactividad</a:t>
          </a:r>
          <a:r>
            <a:rPr lang="en-US" sz="1600" kern="1200" dirty="0"/>
            <a:t> </a:t>
          </a:r>
          <a:r>
            <a:rPr lang="en-US" sz="1600" kern="1200" dirty="0" err="1"/>
            <a:t>en</a:t>
          </a:r>
          <a:r>
            <a:rPr lang="en-US" sz="1600" kern="1200" dirty="0"/>
            <a:t> </a:t>
          </a:r>
          <a:r>
            <a:rPr lang="en-US" sz="1600" kern="1200" dirty="0" err="1"/>
            <a:t>corteza</a:t>
          </a:r>
          <a:r>
            <a:rPr lang="en-US" sz="1600" kern="1200" dirty="0"/>
            <a:t> prefrontal y </a:t>
          </a:r>
          <a:r>
            <a:rPr lang="en-US" sz="1600" kern="1200" dirty="0" err="1"/>
            <a:t>cíngulo</a:t>
          </a:r>
          <a:r>
            <a:rPr lang="en-US" sz="1600" kern="1200" dirty="0"/>
            <a:t> anterior.</a:t>
          </a:r>
        </a:p>
      </dsp:txBody>
      <dsp:txXfrm>
        <a:off x="6329571" y="1564573"/>
        <a:ext cx="1880367" cy="1128220"/>
      </dsp:txXfrm>
    </dsp:sp>
    <dsp:sp modelId="{FD56C565-7EDC-4669-9968-751A9B0CAF5C}">
      <dsp:nvSpPr>
        <dsp:cNvPr id="0" name=""/>
        <dsp:cNvSpPr/>
      </dsp:nvSpPr>
      <dsp:spPr>
        <a:xfrm>
          <a:off x="471945" y="3125278"/>
          <a:ext cx="2701467" cy="11282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40" tIns="96717" rIns="92140" bIns="96717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</a:t>
          </a:r>
          <a:r>
            <a:rPr lang="en-US" sz="1600" kern="1200" dirty="0" err="1"/>
            <a:t>Conectividad</a:t>
          </a:r>
          <a:r>
            <a:rPr lang="en-US" sz="1600" kern="1200" dirty="0"/>
            <a:t> </a:t>
          </a:r>
          <a:r>
            <a:rPr lang="en-US" sz="1600" kern="1200" dirty="0" err="1"/>
            <a:t>funcional</a:t>
          </a:r>
          <a:r>
            <a:rPr lang="en-US" sz="1600" kern="1200" dirty="0"/>
            <a:t> </a:t>
          </a:r>
          <a:r>
            <a:rPr lang="en-US" sz="1600" kern="1200" dirty="0" err="1"/>
            <a:t>disminuida</a:t>
          </a:r>
          <a:r>
            <a:rPr lang="en-US" sz="1600" kern="1200" dirty="0"/>
            <a:t>  entre </a:t>
          </a:r>
          <a:r>
            <a:rPr lang="en-US" sz="1600" kern="1200" dirty="0" err="1"/>
            <a:t>amígdala</a:t>
          </a:r>
          <a:r>
            <a:rPr lang="en-US" sz="1600" kern="1200" dirty="0"/>
            <a:t>, </a:t>
          </a:r>
          <a:r>
            <a:rPr lang="en-US" sz="1600" kern="1200" dirty="0" err="1"/>
            <a:t>cíngulo</a:t>
          </a:r>
          <a:r>
            <a:rPr lang="en-US" sz="1600" kern="1200" dirty="0"/>
            <a:t> y </a:t>
          </a:r>
          <a:r>
            <a:rPr lang="en-US" sz="1600" kern="1200" dirty="0" err="1"/>
            <a:t>Cx</a:t>
          </a:r>
          <a:r>
            <a:rPr lang="en-US" sz="1600" kern="1200" dirty="0"/>
            <a:t> prefrontal</a:t>
          </a:r>
          <a:r>
            <a:rPr lang="en-US" sz="1300" kern="1200" dirty="0"/>
            <a:t>.</a:t>
          </a:r>
        </a:p>
      </dsp:txBody>
      <dsp:txXfrm>
        <a:off x="471945" y="3125278"/>
        <a:ext cx="2701467" cy="1128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B96EC-F220-461F-8051-A3EBB045B1AD}">
      <dsp:nvSpPr>
        <dsp:cNvPr id="0" name=""/>
        <dsp:cNvSpPr/>
      </dsp:nvSpPr>
      <dsp:spPr>
        <a:xfrm>
          <a:off x="0" y="4683023"/>
          <a:ext cx="5000124" cy="76828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Glutamato</a:t>
          </a:r>
          <a:r>
            <a:rPr lang="en-US" sz="1800" kern="1200" dirty="0">
              <a:solidFill>
                <a:schemeClr val="tx1"/>
              </a:solidFill>
            </a:rPr>
            <a:t>: </a:t>
          </a:r>
          <a:r>
            <a:rPr lang="en-US" sz="1800" kern="1200" dirty="0" err="1">
              <a:solidFill>
                <a:schemeClr val="tx1"/>
              </a:solidFill>
            </a:rPr>
            <a:t>exceso</a:t>
          </a:r>
          <a:r>
            <a:rPr lang="en-US" sz="1800" kern="1200" dirty="0">
              <a:solidFill>
                <a:schemeClr val="tx1"/>
              </a:solidFill>
            </a:rPr>
            <a:t> → </a:t>
          </a:r>
          <a:r>
            <a:rPr lang="en-US" sz="1800" kern="1200" dirty="0" err="1">
              <a:solidFill>
                <a:schemeClr val="tx1"/>
              </a:solidFill>
            </a:rPr>
            <a:t>neurotoxicidad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pérdida</a:t>
          </a:r>
          <a:r>
            <a:rPr lang="en-US" sz="1800" kern="1200" dirty="0">
              <a:solidFill>
                <a:schemeClr val="tx1"/>
              </a:solidFill>
            </a:rPr>
            <a:t> neuronal.</a:t>
          </a:r>
        </a:p>
      </dsp:txBody>
      <dsp:txXfrm>
        <a:off x="0" y="4683023"/>
        <a:ext cx="5000124" cy="768289"/>
      </dsp:txXfrm>
    </dsp:sp>
    <dsp:sp modelId="{E4D04AC3-955B-42F8-8FC2-9F715D273E8A}">
      <dsp:nvSpPr>
        <dsp:cNvPr id="0" name=""/>
        <dsp:cNvSpPr/>
      </dsp:nvSpPr>
      <dsp:spPr>
        <a:xfrm rot="10800000">
          <a:off x="0" y="3512919"/>
          <a:ext cx="5000124" cy="1181628"/>
        </a:xfrm>
        <a:prstGeom prst="upArrowCallou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BDNF/</a:t>
          </a:r>
          <a:r>
            <a:rPr lang="en-US" sz="1800" kern="1200" dirty="0" err="1">
              <a:solidFill>
                <a:schemeClr val="tx1"/>
              </a:solidFill>
            </a:rPr>
            <a:t>neurogénesis</a:t>
          </a:r>
          <a:r>
            <a:rPr lang="en-US" sz="1800" kern="1200" dirty="0">
              <a:solidFill>
                <a:schemeClr val="tx1"/>
              </a:solidFill>
            </a:rPr>
            <a:t>: ↓ BDNF, </a:t>
          </a:r>
          <a:r>
            <a:rPr lang="en-US" sz="1800" kern="1200" dirty="0" err="1">
              <a:solidFill>
                <a:schemeClr val="tx1"/>
              </a:solidFill>
            </a:rPr>
            <a:t>menor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plasticidad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afectación</a:t>
          </a:r>
          <a:r>
            <a:rPr lang="en-US" sz="1800" kern="1200" dirty="0">
              <a:solidFill>
                <a:schemeClr val="tx1"/>
              </a:solidFill>
            </a:rPr>
            <a:t> del </a:t>
          </a:r>
          <a:r>
            <a:rPr lang="en-US" sz="1800" kern="1200" dirty="0" err="1">
              <a:solidFill>
                <a:schemeClr val="tx1"/>
              </a:solidFill>
            </a:rPr>
            <a:t>hipocampo</a:t>
          </a:r>
          <a:r>
            <a:rPr lang="en-US" sz="1800" kern="1200" dirty="0"/>
            <a:t>.</a:t>
          </a:r>
        </a:p>
      </dsp:txBody>
      <dsp:txXfrm rot="10800000">
        <a:off x="0" y="3512919"/>
        <a:ext cx="5000124" cy="767786"/>
      </dsp:txXfrm>
    </dsp:sp>
    <dsp:sp modelId="{DBEA9390-F085-4E80-A73A-EC1D39E27A4A}">
      <dsp:nvSpPr>
        <dsp:cNvPr id="0" name=""/>
        <dsp:cNvSpPr/>
      </dsp:nvSpPr>
      <dsp:spPr>
        <a:xfrm rot="10800000">
          <a:off x="0" y="2342815"/>
          <a:ext cx="5000124" cy="1181628"/>
        </a:xfrm>
        <a:prstGeom prst="upArrowCallou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Eje HPA: </a:t>
          </a:r>
          <a:r>
            <a:rPr lang="en-US" sz="1800" kern="1200" dirty="0" err="1">
              <a:solidFill>
                <a:schemeClr val="tx1"/>
              </a:solidFill>
            </a:rPr>
            <a:t>hiperrespuesta</a:t>
          </a:r>
          <a:r>
            <a:rPr lang="en-US" sz="1800" kern="1200" dirty="0">
              <a:solidFill>
                <a:schemeClr val="tx1"/>
              </a:solidFill>
            </a:rPr>
            <a:t> al </a:t>
          </a:r>
          <a:r>
            <a:rPr lang="en-US" sz="1800" kern="1200" dirty="0" err="1">
              <a:solidFill>
                <a:schemeClr val="tx1"/>
              </a:solidFill>
            </a:rPr>
            <a:t>estrés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exceso</a:t>
          </a:r>
          <a:r>
            <a:rPr lang="en-US" sz="1800" kern="1200" dirty="0">
              <a:solidFill>
                <a:schemeClr val="tx1"/>
              </a:solidFill>
            </a:rPr>
            <a:t> de cortisol, ↓ </a:t>
          </a:r>
          <a:r>
            <a:rPr lang="en-US" sz="1800" kern="1200" dirty="0" err="1">
              <a:solidFill>
                <a:schemeClr val="tx1"/>
              </a:solidFill>
            </a:rPr>
            <a:t>receptores</a:t>
          </a:r>
          <a:r>
            <a:rPr lang="en-US" sz="1800" kern="1200" dirty="0">
              <a:solidFill>
                <a:schemeClr val="tx1"/>
              </a:solidFill>
            </a:rPr>
            <a:t> de </a:t>
          </a:r>
          <a:r>
            <a:rPr lang="en-US" sz="1800" kern="1200" dirty="0" err="1">
              <a:solidFill>
                <a:schemeClr val="tx1"/>
              </a:solidFill>
            </a:rPr>
            <a:t>glucocorticoides</a:t>
          </a:r>
          <a:r>
            <a:rPr lang="en-US" sz="1800" kern="1200" dirty="0">
              <a:solidFill>
                <a:schemeClr val="tx1"/>
              </a:solidFill>
            </a:rPr>
            <a:t>.</a:t>
          </a:r>
        </a:p>
      </dsp:txBody>
      <dsp:txXfrm rot="10800000">
        <a:off x="0" y="2342815"/>
        <a:ext cx="5000124" cy="767786"/>
      </dsp:txXfrm>
    </dsp:sp>
    <dsp:sp modelId="{6DC06264-4F44-4FA1-8EDA-27D73A2B3E3D}">
      <dsp:nvSpPr>
        <dsp:cNvPr id="0" name=""/>
        <dsp:cNvSpPr/>
      </dsp:nvSpPr>
      <dsp:spPr>
        <a:xfrm rot="10800000">
          <a:off x="0" y="1172711"/>
          <a:ext cx="5000124" cy="1181628"/>
        </a:xfrm>
        <a:prstGeom prst="upArrowCallou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Noradrenalina</a:t>
          </a:r>
          <a:r>
            <a:rPr lang="en-US" sz="1800" kern="1200" dirty="0">
              <a:solidFill>
                <a:schemeClr val="tx1"/>
              </a:solidFill>
            </a:rPr>
            <a:t>: </a:t>
          </a:r>
          <a:r>
            <a:rPr lang="en-US" sz="1800" kern="1200" dirty="0" err="1">
              <a:solidFill>
                <a:schemeClr val="tx1"/>
              </a:solidFill>
            </a:rPr>
            <a:t>déficit</a:t>
          </a:r>
          <a:r>
            <a:rPr lang="en-US" sz="1800" kern="1200" dirty="0">
              <a:solidFill>
                <a:schemeClr val="tx1"/>
              </a:solidFill>
            </a:rPr>
            <a:t> de </a:t>
          </a:r>
          <a:r>
            <a:rPr lang="en-US" sz="1800" kern="1200" dirty="0" err="1">
              <a:solidFill>
                <a:schemeClr val="tx1"/>
              </a:solidFill>
            </a:rPr>
            <a:t>neuronas</a:t>
          </a:r>
          <a:r>
            <a:rPr lang="en-US" sz="1800" kern="1200" dirty="0">
              <a:solidFill>
                <a:schemeClr val="tx1"/>
              </a:solidFill>
            </a:rPr>
            <a:t>, ↓ MHPG (</a:t>
          </a:r>
          <a:r>
            <a:rPr lang="en-US" sz="1800" kern="1200" dirty="0" err="1">
              <a:solidFill>
                <a:schemeClr val="tx1"/>
              </a:solidFill>
            </a:rPr>
            <a:t>metabolito</a:t>
          </a:r>
          <a:r>
            <a:rPr lang="en-US" sz="1800" kern="1200" dirty="0">
              <a:solidFill>
                <a:schemeClr val="tx1"/>
              </a:solidFill>
            </a:rPr>
            <a:t> NA).</a:t>
          </a:r>
        </a:p>
      </dsp:txBody>
      <dsp:txXfrm rot="10800000">
        <a:off x="0" y="1172711"/>
        <a:ext cx="5000124" cy="767786"/>
      </dsp:txXfrm>
    </dsp:sp>
    <dsp:sp modelId="{97296408-B8F4-47DC-B825-50BDF3FEF4F0}">
      <dsp:nvSpPr>
        <dsp:cNvPr id="0" name=""/>
        <dsp:cNvSpPr/>
      </dsp:nvSpPr>
      <dsp:spPr>
        <a:xfrm rot="10800000">
          <a:off x="0" y="2607"/>
          <a:ext cx="5000124" cy="1181628"/>
        </a:xfrm>
        <a:prstGeom prst="upArrowCallou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Serotonina</a:t>
          </a:r>
          <a:r>
            <a:rPr lang="en-US" sz="1800" kern="1200" dirty="0">
              <a:solidFill>
                <a:schemeClr val="tx1"/>
              </a:solidFill>
            </a:rPr>
            <a:t>: ↓ </a:t>
          </a:r>
          <a:r>
            <a:rPr lang="en-US" sz="1800" kern="1200" dirty="0" err="1">
              <a:solidFill>
                <a:schemeClr val="tx1"/>
              </a:solidFill>
            </a:rPr>
            <a:t>liberación</a:t>
          </a:r>
          <a:r>
            <a:rPr lang="en-US" sz="1800" kern="1200" dirty="0">
              <a:solidFill>
                <a:schemeClr val="tx1"/>
              </a:solidFill>
            </a:rPr>
            <a:t>, ↑ </a:t>
          </a:r>
          <a:r>
            <a:rPr lang="en-US" sz="1800" kern="1200" dirty="0" err="1">
              <a:solidFill>
                <a:schemeClr val="tx1"/>
              </a:solidFill>
            </a:rPr>
            <a:t>autoreceptores</a:t>
          </a:r>
          <a:r>
            <a:rPr lang="en-US" sz="1800" kern="1200" dirty="0">
              <a:solidFill>
                <a:schemeClr val="tx1"/>
              </a:solidFill>
            </a:rPr>
            <a:t> 5-HT1A  ↓ </a:t>
          </a:r>
          <a:r>
            <a:rPr lang="en-US" sz="1800" kern="1200" dirty="0" err="1">
              <a:solidFill>
                <a:schemeClr val="tx1"/>
              </a:solidFill>
            </a:rPr>
            <a:t>señalización</a:t>
          </a:r>
          <a:r>
            <a:rPr lang="en-US" sz="1800" kern="1200" dirty="0"/>
            <a:t>.</a:t>
          </a:r>
        </a:p>
      </dsp:txBody>
      <dsp:txXfrm rot="10800000">
        <a:off x="0" y="2607"/>
        <a:ext cx="5000124" cy="7677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59FFB-97FE-4146-B4BD-674643EE60D7}">
      <dsp:nvSpPr>
        <dsp:cNvPr id="0" name=""/>
        <dsp:cNvSpPr/>
      </dsp:nvSpPr>
      <dsp:spPr>
        <a:xfrm>
          <a:off x="0" y="120044"/>
          <a:ext cx="2621295" cy="157277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  <a:r>
            <a:rPr lang="en-US" sz="1900" kern="1200" dirty="0" err="1">
              <a:solidFill>
                <a:schemeClr val="tx1"/>
              </a:solidFill>
            </a:rPr>
            <a:t>Estrés</a:t>
          </a:r>
          <a:r>
            <a:rPr lang="en-US" sz="1900" kern="1200" dirty="0">
              <a:solidFill>
                <a:schemeClr val="tx1"/>
              </a:solidFill>
            </a:rPr>
            <a:t>: </a:t>
          </a:r>
          <a:r>
            <a:rPr lang="en-US" sz="1900" kern="1200" dirty="0" err="1">
              <a:solidFill>
                <a:schemeClr val="tx1"/>
              </a:solidFill>
            </a:rPr>
            <a:t>eventos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vitales</a:t>
          </a:r>
          <a:r>
            <a:rPr lang="en-US" sz="1900" kern="1200" dirty="0">
              <a:solidFill>
                <a:schemeClr val="tx1"/>
              </a:solidFill>
            </a:rPr>
            <a:t>, </a:t>
          </a:r>
          <a:r>
            <a:rPr lang="en-US" sz="1900" kern="1200" dirty="0" err="1">
              <a:solidFill>
                <a:schemeClr val="tx1"/>
              </a:solidFill>
            </a:rPr>
            <a:t>trastornos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psiquiátricos</a:t>
          </a:r>
          <a:r>
            <a:rPr lang="en-US" sz="1900" kern="1200" dirty="0"/>
            <a:t>.</a:t>
          </a:r>
        </a:p>
      </dsp:txBody>
      <dsp:txXfrm>
        <a:off x="0" y="120044"/>
        <a:ext cx="2621295" cy="1572777"/>
      </dsp:txXfrm>
    </dsp:sp>
    <dsp:sp modelId="{399C1CCA-1728-48FF-B742-448F9AE6162E}">
      <dsp:nvSpPr>
        <dsp:cNvPr id="0" name=""/>
        <dsp:cNvSpPr/>
      </dsp:nvSpPr>
      <dsp:spPr>
        <a:xfrm>
          <a:off x="2884768" y="129874"/>
          <a:ext cx="2621295" cy="1572777"/>
        </a:xfrm>
        <a:prstGeom prst="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chemeClr val="tx1"/>
              </a:solidFill>
            </a:rPr>
            <a:t>Adversidad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temprana</a:t>
          </a:r>
          <a:r>
            <a:rPr lang="en-US" sz="1900" kern="1200" dirty="0">
              <a:solidFill>
                <a:schemeClr val="tx1"/>
              </a:solidFill>
            </a:rPr>
            <a:t>: </a:t>
          </a:r>
          <a:r>
            <a:rPr lang="en-US" sz="1900" kern="1200" dirty="0" err="1">
              <a:solidFill>
                <a:schemeClr val="tx1"/>
              </a:solidFill>
            </a:rPr>
            <a:t>abuso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físico</a:t>
          </a:r>
          <a:r>
            <a:rPr lang="en-US" sz="1900" kern="1200" dirty="0">
              <a:solidFill>
                <a:schemeClr val="tx1"/>
              </a:solidFill>
            </a:rPr>
            <a:t>/sexual → </a:t>
          </a:r>
          <a:r>
            <a:rPr lang="en-US" sz="1900" kern="1200" dirty="0" err="1">
              <a:solidFill>
                <a:schemeClr val="tx1"/>
              </a:solidFill>
            </a:rPr>
            <a:t>modificaciones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epigenéticas</a:t>
          </a:r>
          <a:r>
            <a:rPr lang="en-US" sz="1900" kern="1200" dirty="0"/>
            <a:t>.</a:t>
          </a:r>
        </a:p>
      </dsp:txBody>
      <dsp:txXfrm>
        <a:off x="2884768" y="129874"/>
        <a:ext cx="2621295" cy="1572777"/>
      </dsp:txXfrm>
    </dsp:sp>
    <dsp:sp modelId="{B33F9B52-47A2-4BB0-917B-83CBAE28B834}">
      <dsp:nvSpPr>
        <dsp:cNvPr id="0" name=""/>
        <dsp:cNvSpPr/>
      </dsp:nvSpPr>
      <dsp:spPr>
        <a:xfrm>
          <a:off x="70031" y="2072940"/>
          <a:ext cx="2621295" cy="1572777"/>
        </a:xfrm>
        <a:prstGeom prst="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  <a:r>
            <a:rPr lang="en-US" sz="1900" kern="1200" dirty="0" err="1">
              <a:solidFill>
                <a:schemeClr val="tx1"/>
              </a:solidFill>
            </a:rPr>
            <a:t>Factores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epigenéticos</a:t>
          </a:r>
          <a:r>
            <a:rPr lang="en-US" sz="1900" kern="1200" dirty="0">
              <a:solidFill>
                <a:schemeClr val="tx1"/>
              </a:solidFill>
            </a:rPr>
            <a:t> (~50%): genes </a:t>
          </a:r>
          <a:r>
            <a:rPr lang="en-US" sz="1900" kern="1200" dirty="0" err="1">
              <a:solidFill>
                <a:schemeClr val="tx1"/>
              </a:solidFill>
            </a:rPr>
            <a:t>serotoninérgicos</a:t>
          </a:r>
          <a:r>
            <a:rPr lang="en-US" sz="1900" kern="1200" dirty="0">
              <a:solidFill>
                <a:schemeClr val="tx1"/>
              </a:solidFill>
            </a:rPr>
            <a:t>, </a:t>
          </a:r>
          <a:r>
            <a:rPr lang="en-US" sz="1900" kern="1200" dirty="0" err="1">
              <a:solidFill>
                <a:schemeClr val="tx1"/>
              </a:solidFill>
            </a:rPr>
            <a:t>neurotróficos</a:t>
          </a:r>
          <a:r>
            <a:rPr lang="en-US" sz="1900" kern="1200" dirty="0">
              <a:solidFill>
                <a:schemeClr val="tx1"/>
              </a:solidFill>
            </a:rPr>
            <a:t>, apoptosis </a:t>
          </a:r>
          <a:r>
            <a:rPr lang="en-US" sz="1900" kern="1200" dirty="0" err="1">
              <a:solidFill>
                <a:schemeClr val="tx1"/>
              </a:solidFill>
            </a:rPr>
            <a:t>por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poliaminas</a:t>
          </a:r>
          <a:r>
            <a:rPr lang="en-US" sz="1900" kern="1200" dirty="0">
              <a:solidFill>
                <a:schemeClr val="tx1"/>
              </a:solidFill>
            </a:rPr>
            <a:t>.</a:t>
          </a:r>
        </a:p>
      </dsp:txBody>
      <dsp:txXfrm>
        <a:off x="70031" y="2072940"/>
        <a:ext cx="2621295" cy="1572777"/>
      </dsp:txXfrm>
    </dsp:sp>
    <dsp:sp modelId="{12E7BDDC-63A0-4CAE-A5D2-C73E5B553B4A}">
      <dsp:nvSpPr>
        <dsp:cNvPr id="0" name=""/>
        <dsp:cNvSpPr/>
      </dsp:nvSpPr>
      <dsp:spPr>
        <a:xfrm>
          <a:off x="2884768" y="2092600"/>
          <a:ext cx="2621295" cy="1572777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Familiares</a:t>
          </a:r>
          <a:r>
            <a:rPr lang="en-US" sz="1900" kern="1200" dirty="0">
              <a:solidFill>
                <a:schemeClr val="tx1"/>
              </a:solidFill>
            </a:rPr>
            <a:t> con </a:t>
          </a:r>
          <a:r>
            <a:rPr lang="en-US" sz="1900" kern="1200" dirty="0" err="1">
              <a:solidFill>
                <a:schemeClr val="tx1"/>
              </a:solidFill>
            </a:rPr>
            <a:t>historia</a:t>
          </a:r>
          <a:r>
            <a:rPr lang="en-US" sz="1900" kern="1200" dirty="0">
              <a:solidFill>
                <a:schemeClr val="tx1"/>
              </a:solidFill>
            </a:rPr>
            <a:t> de </a:t>
          </a:r>
          <a:r>
            <a:rPr lang="en-US" sz="1900" kern="1200" dirty="0" err="1">
              <a:solidFill>
                <a:schemeClr val="tx1"/>
              </a:solidFill>
            </a:rPr>
            <a:t>suicidio</a:t>
          </a:r>
          <a:r>
            <a:rPr lang="en-US" sz="1900" kern="1200" dirty="0">
              <a:solidFill>
                <a:schemeClr val="tx1"/>
              </a:solidFill>
            </a:rPr>
            <a:t>: </a:t>
          </a:r>
          <a:r>
            <a:rPr lang="en-US" sz="1900" kern="1200" dirty="0" err="1">
              <a:solidFill>
                <a:schemeClr val="tx1"/>
              </a:solidFill>
            </a:rPr>
            <a:t>aumenta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susceptibilidad</a:t>
          </a:r>
          <a:r>
            <a:rPr lang="en-US" sz="1900" kern="1200" dirty="0"/>
            <a:t>. </a:t>
          </a:r>
          <a:r>
            <a:rPr lang="en-US" sz="1900" kern="1200" dirty="0" err="1"/>
            <a:t>Hiperreactividad</a:t>
          </a:r>
          <a:r>
            <a:rPr lang="en-US" sz="1900" kern="1200" dirty="0"/>
            <a:t> del </a:t>
          </a:r>
          <a:r>
            <a:rPr lang="en-US" sz="1900" kern="1200" dirty="0" err="1"/>
            <a:t>eje</a:t>
          </a:r>
          <a:r>
            <a:rPr lang="en-US" sz="1900" kern="1200" dirty="0"/>
            <a:t> HHA.</a:t>
          </a:r>
        </a:p>
      </dsp:txBody>
      <dsp:txXfrm>
        <a:off x="2884768" y="2092600"/>
        <a:ext cx="2621295" cy="15727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D9040-2752-434E-9756-149B6F27C923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</a:t>
          </a:r>
          <a:r>
            <a:rPr lang="en-US" sz="2000" kern="1200" dirty="0" err="1">
              <a:solidFill>
                <a:schemeClr val="tx1"/>
              </a:solidFill>
            </a:rPr>
            <a:t>Circuitos</a:t>
          </a:r>
          <a:r>
            <a:rPr lang="en-US" sz="2000" kern="1200" dirty="0">
              <a:solidFill>
                <a:schemeClr val="tx1"/>
              </a:solidFill>
            </a:rPr>
            <a:t> </a:t>
          </a:r>
          <a:r>
            <a:rPr lang="en-US" sz="2000" kern="1200" dirty="0" err="1">
              <a:solidFill>
                <a:schemeClr val="tx1"/>
              </a:solidFill>
            </a:rPr>
            <a:t>implicados</a:t>
          </a:r>
          <a:r>
            <a:rPr lang="en-US" sz="2000" kern="1200" dirty="0">
              <a:solidFill>
                <a:schemeClr val="tx1"/>
              </a:solidFill>
            </a:rPr>
            <a:t>: </a:t>
          </a:r>
          <a:r>
            <a:rPr lang="en-US" sz="2000" kern="1200" dirty="0" err="1">
              <a:solidFill>
                <a:schemeClr val="tx1"/>
              </a:solidFill>
            </a:rPr>
            <a:t>corteza</a:t>
          </a:r>
          <a:r>
            <a:rPr lang="en-US" sz="2000" kern="1200" dirty="0">
              <a:solidFill>
                <a:schemeClr val="tx1"/>
              </a:solidFill>
            </a:rPr>
            <a:t> prefrontal, </a:t>
          </a:r>
          <a:r>
            <a:rPr lang="en-US" sz="2000" kern="1200" dirty="0" err="1">
              <a:solidFill>
                <a:schemeClr val="tx1"/>
              </a:solidFill>
            </a:rPr>
            <a:t>amígdala</a:t>
          </a:r>
          <a:r>
            <a:rPr lang="en-US" sz="2000" kern="1200" dirty="0">
              <a:solidFill>
                <a:schemeClr val="tx1"/>
              </a:solidFill>
            </a:rPr>
            <a:t>, </a:t>
          </a:r>
          <a:r>
            <a:rPr lang="en-US" sz="2000" kern="1200" dirty="0" err="1">
              <a:solidFill>
                <a:schemeClr val="tx1"/>
              </a:solidFill>
            </a:rPr>
            <a:t>cíngulo</a:t>
          </a:r>
          <a:r>
            <a:rPr lang="en-US" sz="2000" kern="1200" dirty="0">
              <a:solidFill>
                <a:schemeClr val="tx1"/>
              </a:solidFill>
            </a:rPr>
            <a:t> anterior, dorsal raphe</a:t>
          </a:r>
          <a:r>
            <a:rPr lang="en-US" sz="2000" kern="1200" dirty="0"/>
            <a:t>.</a:t>
          </a:r>
        </a:p>
      </dsp:txBody>
      <dsp:txXfrm>
        <a:off x="0" y="573683"/>
        <a:ext cx="2464593" cy="1478756"/>
      </dsp:txXfrm>
    </dsp:sp>
    <dsp:sp modelId="{CD9B8484-6206-4212-B170-1446C46F103D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</a:t>
          </a:r>
          <a:r>
            <a:rPr lang="en-US" sz="2000" kern="1200" dirty="0" err="1">
              <a:solidFill>
                <a:schemeClr val="tx1"/>
              </a:solidFill>
            </a:rPr>
            <a:t>Funciones</a:t>
          </a:r>
          <a:r>
            <a:rPr lang="en-US" sz="2000" kern="1200" dirty="0">
              <a:solidFill>
                <a:schemeClr val="tx1"/>
              </a:solidFill>
            </a:rPr>
            <a:t> </a:t>
          </a:r>
          <a:r>
            <a:rPr lang="en-US" sz="2000" kern="1200" dirty="0" err="1">
              <a:solidFill>
                <a:schemeClr val="tx1"/>
              </a:solidFill>
            </a:rPr>
            <a:t>afectadas</a:t>
          </a:r>
          <a:r>
            <a:rPr lang="en-US" sz="2000" kern="1200" dirty="0"/>
            <a:t>:</a:t>
          </a:r>
        </a:p>
      </dsp:txBody>
      <dsp:txXfrm>
        <a:off x="2711053" y="573683"/>
        <a:ext cx="2464593" cy="1478756"/>
      </dsp:txXfrm>
    </dsp:sp>
    <dsp:sp modelId="{DBF08E3D-2E71-4BF1-AD64-2A858E11907B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- </a:t>
          </a:r>
          <a:r>
            <a:rPr lang="en-US" sz="2000" kern="1200" dirty="0" err="1">
              <a:solidFill>
                <a:schemeClr val="tx1"/>
              </a:solidFill>
            </a:rPr>
            <a:t>Regulación</a:t>
          </a:r>
          <a:r>
            <a:rPr lang="en-US" sz="2000" kern="1200" dirty="0">
              <a:solidFill>
                <a:schemeClr val="tx1"/>
              </a:solidFill>
            </a:rPr>
            <a:t> del </a:t>
          </a:r>
          <a:r>
            <a:rPr lang="en-US" sz="2000" kern="1200" dirty="0" err="1">
              <a:solidFill>
                <a:schemeClr val="tx1"/>
              </a:solidFill>
            </a:rPr>
            <a:t>estado</a:t>
          </a:r>
          <a:r>
            <a:rPr lang="en-US" sz="2000" kern="1200" dirty="0">
              <a:solidFill>
                <a:schemeClr val="tx1"/>
              </a:solidFill>
            </a:rPr>
            <a:t> de </a:t>
          </a:r>
          <a:r>
            <a:rPr lang="en-US" sz="2000" kern="1200" dirty="0" err="1">
              <a:solidFill>
                <a:schemeClr val="tx1"/>
              </a:solidFill>
            </a:rPr>
            <a:t>ánimo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5422106" y="573683"/>
        <a:ext cx="2464593" cy="1478756"/>
      </dsp:txXfrm>
    </dsp:sp>
    <dsp:sp modelId="{5D979AB7-BAD2-47FA-BE50-EB0A298F84DB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 </a:t>
          </a:r>
          <a:r>
            <a:rPr lang="en-US" sz="2000" kern="1200" dirty="0" err="1">
              <a:solidFill>
                <a:schemeClr val="tx1"/>
              </a:solidFill>
            </a:rPr>
            <a:t>Evaluación</a:t>
          </a:r>
          <a:r>
            <a:rPr lang="en-US" sz="2000" kern="1200" dirty="0">
              <a:solidFill>
                <a:schemeClr val="tx1"/>
              </a:solidFill>
            </a:rPr>
            <a:t> de </a:t>
          </a:r>
          <a:r>
            <a:rPr lang="en-US" sz="2000" kern="1200" dirty="0" err="1">
              <a:solidFill>
                <a:schemeClr val="tx1"/>
              </a:solidFill>
            </a:rPr>
            <a:t>recompensas</a:t>
          </a:r>
          <a:r>
            <a:rPr lang="en-US" sz="2000" kern="1200" dirty="0">
              <a:solidFill>
                <a:schemeClr val="tx1"/>
              </a:solidFill>
            </a:rPr>
            <a:t> y </a:t>
          </a:r>
          <a:r>
            <a:rPr lang="en-US" sz="2000" kern="1200" dirty="0" err="1">
              <a:solidFill>
                <a:schemeClr val="tx1"/>
              </a:solidFill>
            </a:rPr>
            <a:t>castigos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0" y="2298898"/>
        <a:ext cx="2464593" cy="1478756"/>
      </dsp:txXfrm>
    </dsp:sp>
    <dsp:sp modelId="{2602FF62-CA9C-49D6-8C81-1D6E3568C791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- Control </a:t>
          </a:r>
          <a:r>
            <a:rPr lang="en-US" sz="2000" kern="1200" dirty="0" err="1">
              <a:solidFill>
                <a:schemeClr val="tx1"/>
              </a:solidFill>
            </a:rPr>
            <a:t>cognitivo</a:t>
          </a:r>
          <a:r>
            <a:rPr lang="en-US" sz="2000" kern="1200" dirty="0">
              <a:solidFill>
                <a:schemeClr val="tx1"/>
              </a:solidFill>
            </a:rPr>
            <a:t> y </a:t>
          </a:r>
          <a:r>
            <a:rPr lang="en-US" sz="2000" kern="1200" dirty="0" err="1">
              <a:solidFill>
                <a:schemeClr val="tx1"/>
              </a:solidFill>
            </a:rPr>
            <a:t>toma</a:t>
          </a:r>
          <a:r>
            <a:rPr lang="en-US" sz="2000" kern="1200" dirty="0">
              <a:solidFill>
                <a:schemeClr val="tx1"/>
              </a:solidFill>
            </a:rPr>
            <a:t> de </a:t>
          </a:r>
          <a:r>
            <a:rPr lang="en-US" sz="2000" kern="1200" dirty="0" err="1">
              <a:solidFill>
                <a:schemeClr val="tx1"/>
              </a:solidFill>
            </a:rPr>
            <a:t>decisiones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2711053" y="2298898"/>
        <a:ext cx="2464593" cy="1478756"/>
      </dsp:txXfrm>
    </dsp:sp>
    <dsp:sp modelId="{7D6104A0-2163-452A-A26E-B626DE947D18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- </a:t>
          </a:r>
          <a:r>
            <a:rPr lang="en-US" sz="2000" kern="1200" dirty="0" err="1">
              <a:solidFill>
                <a:schemeClr val="tx1"/>
              </a:solidFill>
            </a:rPr>
            <a:t>Procesamiento</a:t>
          </a:r>
          <a:r>
            <a:rPr lang="en-US" sz="2000" kern="1200" dirty="0">
              <a:solidFill>
                <a:schemeClr val="tx1"/>
              </a:solidFill>
            </a:rPr>
            <a:t> de dolor </a:t>
          </a:r>
          <a:r>
            <a:rPr lang="en-US" sz="2000" kern="1200" dirty="0" err="1">
              <a:solidFill>
                <a:schemeClr val="tx1"/>
              </a:solidFill>
            </a:rPr>
            <a:t>emocional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5422106" y="2298898"/>
        <a:ext cx="2464593" cy="14787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A2758-1B93-4764-A3F2-98873C263FC6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Historia clínica: </a:t>
          </a:r>
          <a:r>
            <a:rPr lang="en-US" sz="2100" kern="1200" dirty="0" err="1"/>
            <a:t>adversidad</a:t>
          </a:r>
          <a:r>
            <a:rPr lang="en-US" sz="2100" kern="1200" dirty="0"/>
            <a:t> </a:t>
          </a:r>
          <a:r>
            <a:rPr lang="en-US" sz="2100" kern="1200" dirty="0" err="1"/>
            <a:t>infantil</a:t>
          </a:r>
          <a:r>
            <a:rPr lang="en-US" sz="2100" kern="1200" dirty="0"/>
            <a:t>, </a:t>
          </a:r>
          <a:r>
            <a:rPr lang="en-US" sz="2100" kern="1200" dirty="0" err="1"/>
            <a:t>intentos</a:t>
          </a:r>
          <a:r>
            <a:rPr lang="en-US" sz="2100" kern="1200" dirty="0"/>
            <a:t> </a:t>
          </a:r>
          <a:r>
            <a:rPr lang="en-US" sz="2100" kern="1200" dirty="0" err="1"/>
            <a:t>previos</a:t>
          </a:r>
          <a:r>
            <a:rPr lang="en-US" sz="2100" kern="1200" dirty="0"/>
            <a:t>, </a:t>
          </a:r>
          <a:r>
            <a:rPr lang="en-US" sz="2100" kern="1200" dirty="0" err="1"/>
            <a:t>historia</a:t>
          </a:r>
          <a:r>
            <a:rPr lang="en-US" sz="2100" kern="1200" dirty="0"/>
            <a:t> familiar.</a:t>
          </a:r>
        </a:p>
      </dsp:txBody>
      <dsp:txXfrm>
        <a:off x="0" y="179916"/>
        <a:ext cx="2561209" cy="1536725"/>
      </dsp:txXfrm>
    </dsp:sp>
    <dsp:sp modelId="{DD9B52C5-B7D8-47E1-BA7A-A5E31A940CD5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Evaluación cognitiva y emocional:</a:t>
          </a:r>
        </a:p>
      </dsp:txBody>
      <dsp:txXfrm>
        <a:off x="2817330" y="179916"/>
        <a:ext cx="2561209" cy="1536725"/>
      </dsp:txXfrm>
    </dsp:sp>
    <dsp:sp modelId="{61D48C75-6B5F-4EE9-9AC3-F8A0A0A8458B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Respuesta a señales sociales</a:t>
          </a:r>
        </a:p>
      </dsp:txBody>
      <dsp:txXfrm>
        <a:off x="5634661" y="179916"/>
        <a:ext cx="2561209" cy="1536725"/>
      </dsp:txXfrm>
    </dsp:sp>
    <dsp:sp modelId="{176C65C4-706F-4C5B-A89C-29ACC223C86D}">
      <dsp:nvSpPr>
        <dsp:cNvPr id="0" name=""/>
        <dsp:cNvSpPr/>
      </dsp:nvSpPr>
      <dsp:spPr>
        <a:xfrm>
          <a:off x="0" y="1972762"/>
          <a:ext cx="2561209" cy="1536725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Toma de decisiones</a:t>
          </a:r>
        </a:p>
      </dsp:txBody>
      <dsp:txXfrm>
        <a:off x="0" y="1972762"/>
        <a:ext cx="2561209" cy="1536725"/>
      </dsp:txXfrm>
    </dsp:sp>
    <dsp:sp modelId="{F94D73C5-C46E-4991-AABC-C0260EC7C4E7}">
      <dsp:nvSpPr>
        <dsp:cNvPr id="0" name=""/>
        <dsp:cNvSpPr/>
      </dsp:nvSpPr>
      <dsp:spPr>
        <a:xfrm>
          <a:off x="2817330" y="1972762"/>
          <a:ext cx="2561209" cy="1536725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Intensidad de ideación suicida</a:t>
          </a:r>
        </a:p>
      </dsp:txBody>
      <dsp:txXfrm>
        <a:off x="2817330" y="1972762"/>
        <a:ext cx="2561209" cy="1536725"/>
      </dsp:txXfrm>
    </dsp:sp>
    <dsp:sp modelId="{22C578E1-FEC5-40A0-9C9C-2F6B40674133}">
      <dsp:nvSpPr>
        <dsp:cNvPr id="0" name=""/>
        <dsp:cNvSpPr/>
      </dsp:nvSpPr>
      <dsp:spPr>
        <a:xfrm>
          <a:off x="5634661" y="19727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Posible uso de biomarcadores y neuroimagen para predicción del riesgo.</a:t>
          </a:r>
        </a:p>
      </dsp:txBody>
      <dsp:txXfrm>
        <a:off x="5634661" y="1972762"/>
        <a:ext cx="2561209" cy="15367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CF4C62-76AC-4F7F-BC67-0E95DD855F3B}">
      <dsp:nvSpPr>
        <dsp:cNvPr id="0" name=""/>
        <dsp:cNvSpPr/>
      </dsp:nvSpPr>
      <dsp:spPr>
        <a:xfrm>
          <a:off x="135764" y="1832"/>
          <a:ext cx="1842870" cy="11057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Tratamiento agudo:</a:t>
          </a:r>
          <a:endParaRPr lang="en-US" sz="1400" kern="1200"/>
        </a:p>
      </dsp:txBody>
      <dsp:txXfrm>
        <a:off x="135764" y="1832"/>
        <a:ext cx="1842870" cy="1105722"/>
      </dsp:txXfrm>
    </dsp:sp>
    <dsp:sp modelId="{0295D0D1-3064-495B-B86D-29BF38066853}">
      <dsp:nvSpPr>
        <dsp:cNvPr id="0" name=""/>
        <dsp:cNvSpPr/>
      </dsp:nvSpPr>
      <dsp:spPr>
        <a:xfrm>
          <a:off x="2162921" y="1832"/>
          <a:ext cx="1842870" cy="11057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• ECT en depresión resistente</a:t>
          </a:r>
          <a:endParaRPr lang="en-US" sz="1400" kern="1200"/>
        </a:p>
      </dsp:txBody>
      <dsp:txXfrm>
        <a:off x="2162921" y="1832"/>
        <a:ext cx="1842870" cy="1105722"/>
      </dsp:txXfrm>
    </dsp:sp>
    <dsp:sp modelId="{DD6490B5-F146-4EC1-9B89-A829BDA2A58C}">
      <dsp:nvSpPr>
        <dsp:cNvPr id="0" name=""/>
        <dsp:cNvSpPr/>
      </dsp:nvSpPr>
      <dsp:spPr>
        <a:xfrm>
          <a:off x="4190079" y="1832"/>
          <a:ext cx="1842870" cy="11057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• Ketamina subanestésica → efecto rápido antisuicida</a:t>
          </a:r>
          <a:endParaRPr lang="en-US" sz="1400" kern="1200"/>
        </a:p>
      </dsp:txBody>
      <dsp:txXfrm>
        <a:off x="4190079" y="1832"/>
        <a:ext cx="1842870" cy="1105722"/>
      </dsp:txXfrm>
    </dsp:sp>
    <dsp:sp modelId="{0414F0A9-A73F-4467-B6C2-7B9FB6F72B5A}">
      <dsp:nvSpPr>
        <dsp:cNvPr id="0" name=""/>
        <dsp:cNvSpPr/>
      </dsp:nvSpPr>
      <dsp:spPr>
        <a:xfrm>
          <a:off x="6217236" y="1832"/>
          <a:ext cx="1842870" cy="11057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Fármacos antisuicidas:</a:t>
          </a:r>
          <a:endParaRPr lang="en-US" sz="1400" kern="1200"/>
        </a:p>
      </dsp:txBody>
      <dsp:txXfrm>
        <a:off x="6217236" y="1832"/>
        <a:ext cx="1842870" cy="1105722"/>
      </dsp:txXfrm>
    </dsp:sp>
    <dsp:sp modelId="{4864122E-833B-486F-9544-3F0CC60FF655}">
      <dsp:nvSpPr>
        <dsp:cNvPr id="0" name=""/>
        <dsp:cNvSpPr/>
      </dsp:nvSpPr>
      <dsp:spPr>
        <a:xfrm>
          <a:off x="135764" y="1291841"/>
          <a:ext cx="1842870" cy="110572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• ISRS, litio, clozapina</a:t>
          </a:r>
          <a:endParaRPr lang="en-US" sz="1400" kern="1200"/>
        </a:p>
      </dsp:txBody>
      <dsp:txXfrm>
        <a:off x="135764" y="1291841"/>
        <a:ext cx="1842870" cy="1105722"/>
      </dsp:txXfrm>
    </dsp:sp>
    <dsp:sp modelId="{5EC808A2-4783-412D-87E5-CC82ADACB97E}">
      <dsp:nvSpPr>
        <dsp:cNvPr id="0" name=""/>
        <dsp:cNvSpPr/>
      </dsp:nvSpPr>
      <dsp:spPr>
        <a:xfrm>
          <a:off x="2162921" y="1291841"/>
          <a:ext cx="1842870" cy="11057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Intervenciones futuras:</a:t>
          </a:r>
          <a:endParaRPr lang="en-US" sz="1400" kern="1200"/>
        </a:p>
      </dsp:txBody>
      <dsp:txXfrm>
        <a:off x="2162921" y="1291841"/>
        <a:ext cx="1842870" cy="1105722"/>
      </dsp:txXfrm>
    </dsp:sp>
    <dsp:sp modelId="{472652B8-EB78-476A-8107-590A74B02967}">
      <dsp:nvSpPr>
        <dsp:cNvPr id="0" name=""/>
        <dsp:cNvSpPr/>
      </dsp:nvSpPr>
      <dsp:spPr>
        <a:xfrm>
          <a:off x="4190079" y="1291841"/>
          <a:ext cx="1842870" cy="11057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• TMS en corteza dorsolateral</a:t>
          </a:r>
          <a:endParaRPr lang="en-US" sz="1400" kern="1200"/>
        </a:p>
      </dsp:txBody>
      <dsp:txXfrm>
        <a:off x="4190079" y="1291841"/>
        <a:ext cx="1842870" cy="1105722"/>
      </dsp:txXfrm>
    </dsp:sp>
    <dsp:sp modelId="{6F55F9A5-5640-4EED-9E44-4920AC08C243}">
      <dsp:nvSpPr>
        <dsp:cNvPr id="0" name=""/>
        <dsp:cNvSpPr/>
      </dsp:nvSpPr>
      <dsp:spPr>
        <a:xfrm>
          <a:off x="6217236" y="1291841"/>
          <a:ext cx="1842870" cy="11057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• Nuevos fármacos neuroprotectores, moduladores HPA</a:t>
          </a:r>
          <a:endParaRPr lang="en-US" sz="1400" kern="1200"/>
        </a:p>
      </dsp:txBody>
      <dsp:txXfrm>
        <a:off x="6217236" y="1291841"/>
        <a:ext cx="1842870" cy="1105722"/>
      </dsp:txXfrm>
    </dsp:sp>
    <dsp:sp modelId="{1BB9DA7B-00B7-4319-879B-B7686824357F}">
      <dsp:nvSpPr>
        <dsp:cNvPr id="0" name=""/>
        <dsp:cNvSpPr/>
      </dsp:nvSpPr>
      <dsp:spPr>
        <a:xfrm>
          <a:off x="3176500" y="2581850"/>
          <a:ext cx="1842870" cy="11057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• Estrategias personalizadas basadas en neuroimagen y genómica</a:t>
          </a:r>
          <a:endParaRPr lang="en-US" sz="1400" kern="1200"/>
        </a:p>
      </dsp:txBody>
      <dsp:txXfrm>
        <a:off x="3176500" y="2581850"/>
        <a:ext cx="1842870" cy="11057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A1E2C-3FE3-4E16-B2D1-353E05C982A4}">
      <dsp:nvSpPr>
        <dsp:cNvPr id="0" name=""/>
        <dsp:cNvSpPr/>
      </dsp:nvSpPr>
      <dsp:spPr>
        <a:xfrm>
          <a:off x="0" y="139679"/>
          <a:ext cx="4690291" cy="15500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• El suicidio es resultado de la interacción entre vulnerabilidad biológica y estrés ambiental.</a:t>
          </a:r>
          <a:endParaRPr lang="en-US" sz="2200" kern="1200"/>
        </a:p>
      </dsp:txBody>
      <dsp:txXfrm>
        <a:off x="75666" y="215345"/>
        <a:ext cx="4538959" cy="1398698"/>
      </dsp:txXfrm>
    </dsp:sp>
    <dsp:sp modelId="{4EA799A8-8417-4BD7-AD5F-EDB6DE0251CD}">
      <dsp:nvSpPr>
        <dsp:cNvPr id="0" name=""/>
        <dsp:cNvSpPr/>
      </dsp:nvSpPr>
      <dsp:spPr>
        <a:xfrm>
          <a:off x="0" y="1753069"/>
          <a:ext cx="4690291" cy="15500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• Los circuitos serotoninérgicos, noradrenérgicos y del eje HPA son clave en la fisiopatología.</a:t>
          </a:r>
          <a:endParaRPr lang="en-US" sz="2200" kern="1200"/>
        </a:p>
      </dsp:txBody>
      <dsp:txXfrm>
        <a:off x="75666" y="1828735"/>
        <a:ext cx="4538959" cy="1398698"/>
      </dsp:txXfrm>
    </dsp:sp>
    <dsp:sp modelId="{095B23F0-4411-46D1-9FD5-2FA65FF48018}">
      <dsp:nvSpPr>
        <dsp:cNvPr id="0" name=""/>
        <dsp:cNvSpPr/>
      </dsp:nvSpPr>
      <dsp:spPr>
        <a:xfrm>
          <a:off x="0" y="3366460"/>
          <a:ext cx="4690291" cy="15500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• La prevención requiere detección temprana, tratamiento farmacológico, estrategias de neurocuidado y evaluación personalizada del riesgo.</a:t>
          </a:r>
          <a:endParaRPr lang="en-US" sz="2200" kern="1200"/>
        </a:p>
      </dsp:txBody>
      <dsp:txXfrm>
        <a:off x="75666" y="3442126"/>
        <a:ext cx="4538959" cy="1398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9A084-2646-4A2A-A57C-E38712654D6C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E05D6-7173-4BB3-83A6-1B8463C0F68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719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E05D6-7173-4BB3-83A6-1B8463C0F684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7136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3984"/>
            <a:ext cx="7032474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7048" y="1542402"/>
            <a:ext cx="3890131" cy="238791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800" dirty="0">
                <a:solidFill>
                  <a:schemeClr val="tx2"/>
                </a:solidFill>
              </a:rPr>
              <a:t>Neurobiología del estrés y su relación con el suicidio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5277" y="4001587"/>
            <a:ext cx="4916129" cy="131401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r>
              <a:rPr lang="es-MX" sz="8000" dirty="0">
                <a:solidFill>
                  <a:schemeClr val="tx2"/>
                </a:solidFill>
              </a:rPr>
              <a:t>Fisiopatología, causas y estrategias de manejo</a:t>
            </a:r>
          </a:p>
          <a:p>
            <a:pPr>
              <a:lnSpc>
                <a:spcPct val="90000"/>
              </a:lnSpc>
            </a:pPr>
            <a:r>
              <a:rPr lang="es-MX" sz="9600" dirty="0">
                <a:solidFill>
                  <a:schemeClr val="tx2"/>
                </a:solidFill>
              </a:rPr>
              <a:t>Dra. </a:t>
            </a:r>
            <a:r>
              <a:rPr lang="es-MX" sz="9600" dirty="0" err="1">
                <a:solidFill>
                  <a:schemeClr val="tx2"/>
                </a:solidFill>
              </a:rPr>
              <a:t>Psic</a:t>
            </a:r>
            <a:r>
              <a:rPr lang="es-MX" sz="9600" dirty="0">
                <a:solidFill>
                  <a:schemeClr val="tx2"/>
                </a:solidFill>
              </a:rPr>
              <a:t>. Alejandra Favila Figueroa</a:t>
            </a:r>
          </a:p>
          <a:p>
            <a:pPr>
              <a:lnSpc>
                <a:spcPct val="90000"/>
              </a:lnSpc>
            </a:pPr>
            <a:r>
              <a:rPr lang="es-MX" sz="9600" dirty="0">
                <a:solidFill>
                  <a:schemeClr val="tx2"/>
                </a:solidFill>
              </a:rPr>
              <a:t>10/09/2025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4155"/>
            <a:ext cx="1886210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264295" y="4683666"/>
            <a:ext cx="1886211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930" y="397746"/>
            <a:ext cx="4316022" cy="1063681"/>
          </a:xfrm>
        </p:spPr>
        <p:txBody>
          <a:bodyPr>
            <a:normAutofit/>
          </a:bodyPr>
          <a:lstStyle/>
          <a:p>
            <a:r>
              <a:rPr lang="es-MX" sz="3100" b="1" dirty="0">
                <a:solidFill>
                  <a:schemeClr val="tx2"/>
                </a:solidFill>
              </a:rP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588" y="1943210"/>
            <a:ext cx="7462684" cy="4683082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es-MX" sz="2800" dirty="0">
                <a:solidFill>
                  <a:schemeClr val="tx2"/>
                </a:solidFill>
              </a:rPr>
              <a:t>El suicidio resulta de la interacción entre estrés (factores ambientales) y diátesis (vulnerabilidad biológica).</a:t>
            </a:r>
          </a:p>
          <a:p>
            <a:pPr marL="0" indent="0" algn="just">
              <a:buNone/>
            </a:pPr>
            <a:r>
              <a:rPr lang="es-MX" sz="2800" dirty="0">
                <a:solidFill>
                  <a:schemeClr val="tx2"/>
                </a:solidFill>
              </a:rPr>
              <a:t>La prevención requiere identificar correlatos biológicos (biomarcadores), cognitivos y ambientales del riesgo suicida.</a:t>
            </a:r>
          </a:p>
          <a:p>
            <a:pPr marL="0" indent="0" algn="just">
              <a:buNone/>
            </a:pPr>
            <a:endParaRPr lang="es-MX" sz="2800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es-MX" sz="2800" b="1" dirty="0">
                <a:solidFill>
                  <a:schemeClr val="tx2"/>
                </a:solidFill>
              </a:rPr>
              <a:t>Objetivo: conocer circuitos cerebrales, hallazgos estructurales, funcionales, y tratamientos del suicidio.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Circuitos celulares implicados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226B4A-1F39-8AE0-40CA-6C8A0752F5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317796"/>
              </p:ext>
            </p:extLst>
          </p:nvPr>
        </p:nvGraphicFramePr>
        <p:xfrm>
          <a:off x="336084" y="2171312"/>
          <a:ext cx="8465016" cy="4507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194800"/>
          </a:xfrm>
        </p:spPr>
        <p:txBody>
          <a:bodyPr anchor="ctr">
            <a:normAutofit/>
          </a:bodyPr>
          <a:lstStyle/>
          <a:p>
            <a:r>
              <a:rPr lang="es-MX" sz="3500" dirty="0">
                <a:solidFill>
                  <a:srgbClr val="FFFFFF"/>
                </a:solidFill>
              </a:rPr>
              <a:t>Hallazgos estructurales y funcionales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4218D4-8EA3-13E5-1056-FEDB18428D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2014111"/>
              </p:ext>
            </p:extLst>
          </p:nvPr>
        </p:nvGraphicFramePr>
        <p:xfrm>
          <a:off x="216310" y="2408903"/>
          <a:ext cx="8681884" cy="4257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3000">
                <a:solidFill>
                  <a:srgbClr val="FFFFFF"/>
                </a:solidFill>
              </a:rPr>
              <a:t>Fisiopatología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4F9CA0-2F83-C014-C57A-84E2A2810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22914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60711-5009-17DA-1C51-0E04806B1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629265"/>
            <a:ext cx="4374729" cy="554769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MX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Estudios neuropsicológicos y de neuroimagen mostraron una asociación entre </a:t>
            </a:r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susceptibilidad </a:t>
            </a:r>
            <a:r>
              <a:rPr lang="es-MX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la conducta suicida con las alteraciones en el control </a:t>
            </a:r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cognitivo (sobrevaloración de rechazo, sensibilidad a las señales de derrota, dolor mental intenso y persistente), problemas en la regulación del estado de ánimo y, en particular, la toma de decisiones</a:t>
            </a:r>
            <a:r>
              <a:rPr lang="es-MX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restringiendo el rango de opciones de solución ante la presencia de ambientes estresores.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Block Arc 27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1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3500" dirty="0">
                <a:solidFill>
                  <a:srgbClr val="FFFFFF"/>
                </a:solidFill>
              </a:rPr>
              <a:t>Causas y factores de riesgo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98DD272-13FA-9207-E6D1-9EB59B963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001039"/>
              </p:ext>
            </p:extLst>
          </p:nvPr>
        </p:nvGraphicFramePr>
        <p:xfrm>
          <a:off x="3382297" y="285135"/>
          <a:ext cx="5506064" cy="6243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40C18E4-577D-65D1-3D58-4158FDF90D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6166" y="3973202"/>
            <a:ext cx="5672196" cy="2720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4E0502-9615-C9E7-2E18-95780E17B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118670"/>
              </p:ext>
            </p:extLst>
          </p:nvPr>
        </p:nvGraphicFramePr>
        <p:xfrm>
          <a:off x="482600" y="811254"/>
          <a:ext cx="8178801" cy="52354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6452">
                  <a:extLst>
                    <a:ext uri="{9D8B030D-6E8A-4147-A177-3AD203B41FA5}">
                      <a16:colId xmlns:a16="http://schemas.microsoft.com/office/drawing/2014/main" val="3115724885"/>
                    </a:ext>
                  </a:extLst>
                </a:gridCol>
                <a:gridCol w="2751358">
                  <a:extLst>
                    <a:ext uri="{9D8B030D-6E8A-4147-A177-3AD203B41FA5}">
                      <a16:colId xmlns:a16="http://schemas.microsoft.com/office/drawing/2014/main" val="2036180146"/>
                    </a:ext>
                  </a:extLst>
                </a:gridCol>
                <a:gridCol w="2760991">
                  <a:extLst>
                    <a:ext uri="{9D8B030D-6E8A-4147-A177-3AD203B41FA5}">
                      <a16:colId xmlns:a16="http://schemas.microsoft.com/office/drawing/2014/main" val="2972193077"/>
                    </a:ext>
                  </a:extLst>
                </a:gridCol>
              </a:tblGrid>
              <a:tr h="2567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Categoría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Características principales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Ejemplos / Factores asociados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extLst>
                  <a:ext uri="{0D108BD9-81ED-4DB2-BD59-A6C34878D82A}">
                    <a16:rowId xmlns:a16="http://schemas.microsoft.com/office/drawing/2014/main" val="4152451893"/>
                  </a:ext>
                </a:extLst>
              </a:tr>
              <a:tr h="10984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Estresores (dependientes del estado, ambientales o situacionales)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Factores externos que desencadenan la vulnerabilidad latente. Generalmente son agudos, contextuales y temporales.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- Trastorno psiquiátrico agudo (ej. episodio depresivo mayor, psicosis)- Eventos psicosociales adversos (pérdida, rechazo, fracaso académico o laboral)- Estrés crónico o agudo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extLst>
                  <a:ext uri="{0D108BD9-81ED-4DB2-BD59-A6C34878D82A}">
                    <a16:rowId xmlns:a16="http://schemas.microsoft.com/office/drawing/2014/main" val="2127117277"/>
                  </a:ext>
                </a:extLst>
              </a:tr>
              <a:tr h="1940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Diátesis (susceptibilidad de tipo rasgo)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Vulnerabilidad interna y relativamente estable que predispone al suicidio. Puede ser genética, epigenética, neurobiológica y cognitivo-emocional.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- Herencia genética (~50% del riesgo)- Mayor susceptibilidad en mujeres (posiblemente)- Adversidad temprana (abuso físico o sexual en la infancia)- Alteraciones epigenéticas (modificación en expresión génica)- Rasgos de personalidad: pesimismo, agresividad reactiva, déficit en resolución de problemas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extLst>
                  <a:ext uri="{0D108BD9-81ED-4DB2-BD59-A6C34878D82A}">
                    <a16:rowId xmlns:a16="http://schemas.microsoft.com/office/drawing/2014/main" val="997976501"/>
                  </a:ext>
                </a:extLst>
              </a:tr>
              <a:tr h="1940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Biomarcadores neurobiológicos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</a:rPr>
                        <a:t>Indicadores biológicos que reflejan la diátesis y podrían ayudar en evaluación y prevención. Se distinguen de los biomarcadores de los trastornos psiquiátricos.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</a:rPr>
                        <a:t>- Alteraciones en el sistema de neurotransmisión de serotonina (↓ función serotoninérgica)- Disfunción del eje hipotálamo–hipófisis–adrenal (HHA) en respuesta al estrés- Alteraciones en circuitos </a:t>
                      </a:r>
                      <a:r>
                        <a:rPr lang="es-MX" sz="1200" kern="100" dirty="0" err="1">
                          <a:effectLst/>
                        </a:rPr>
                        <a:t>fronto</a:t>
                      </a:r>
                      <a:r>
                        <a:rPr lang="es-MX" sz="1200" kern="100" dirty="0">
                          <a:effectLst/>
                        </a:rPr>
                        <a:t>-límbicos (↓ control cognitivo de emociones)- Dolor emocional excesivo- Ideación suicida persistente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59" marR="9259" marT="9259" marB="9259" anchor="ctr"/>
                </a:tc>
                <a:extLst>
                  <a:ext uri="{0D108BD9-81ED-4DB2-BD59-A6C34878D82A}">
                    <a16:rowId xmlns:a16="http://schemas.microsoft.com/office/drawing/2014/main" val="222261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032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E5938B-E0A6-396C-B29D-BD450269E3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Neurobiología de la conducta suicida</a:t>
            </a:r>
            <a:endParaRPr lang="es-MX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A4DACD-87A0-AFCC-2409-EFE5B42B49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03432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Evaluación del riesgo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66CAA5-D24D-5ED7-919C-3824CA7C9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73005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Tratamiento y prevención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A0E51BA-1F0C-54CE-4C4A-D5B718BC3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14375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76328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s-MX" sz="4200"/>
              <a:t>Conclusión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1D01C69-D113-BF1A-D059-2CC80D72D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1831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811</Words>
  <Application>Microsoft Office PowerPoint</Application>
  <PresentationFormat>On-screen Show (4:3)</PresentationFormat>
  <Paragraphs>74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Neurobiología del estrés y su relación con el suicidio</vt:lpstr>
      <vt:lpstr>Introducción</vt:lpstr>
      <vt:lpstr>Circuitos celulares implicados</vt:lpstr>
      <vt:lpstr>Hallazgos estructurales y funcionales</vt:lpstr>
      <vt:lpstr>Fisiopatología</vt:lpstr>
      <vt:lpstr>PowerPoint Presentation</vt:lpstr>
      <vt:lpstr>Causas y factores de riesgo</vt:lpstr>
      <vt:lpstr>PowerPoint Presentation</vt:lpstr>
      <vt:lpstr>Neurobiología de la conducta suicida</vt:lpstr>
      <vt:lpstr>Evaluación del riesgo</vt:lpstr>
      <vt:lpstr>Tratamiento y prevención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Neurobiología del Suicidio</dc:title>
  <dc:subject/>
  <dc:creator>Alejandra Favila</dc:creator>
  <cp:keywords/>
  <dc:description>generated using python-pptx</dc:description>
  <cp:lastModifiedBy>Maria Alejandra Favila Figueroa</cp:lastModifiedBy>
  <cp:revision>8</cp:revision>
  <dcterms:created xsi:type="dcterms:W3CDTF">2013-01-27T09:14:16Z</dcterms:created>
  <dcterms:modified xsi:type="dcterms:W3CDTF">2025-09-10T16:11:53Z</dcterms:modified>
  <cp:category/>
</cp:coreProperties>
</file>